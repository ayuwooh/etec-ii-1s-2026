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800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349764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58429740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14039393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7122570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8287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480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186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03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AB0347-0592-F6B1-5CAE-EA917CB8FA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38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934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754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47BFFF-00A1-0DCD-609F-EFF631446F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945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0297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579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0B384-1093-9449-5C47-E2B8825A5A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81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80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769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08FEF0-A918-93F8-DAED-4B1A1529E3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436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4103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7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49371-E88E-7984-8F99-88D980F6E6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547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767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04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EBD82E-28AF-9EA3-67A9-BCA5E29812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257105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08939864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400493784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18306272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97670316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441861744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366048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4892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34964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21275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22308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67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99697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819916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751322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572880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796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7358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774956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85460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321320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5664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925291237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8808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761785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95633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299126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15217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4827921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00905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025367729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072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564563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995661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2568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9881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1998746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725499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97929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1180864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417490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286755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7328522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8448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465267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755206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79146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554670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949922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271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995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49759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076801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464005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7433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67615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9717582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03941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153062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945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273505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64344356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1462722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80511976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2870425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48370567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2632771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1652466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4492482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72973430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87363164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69549400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7245848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0976569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1599189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3599724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555903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9500021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8562056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94068194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656804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53788884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984746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31935076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0164938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9207840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76509700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91447797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00848506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6213900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10087435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49808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779318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7487142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8151536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79402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9935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pt-BR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Arial"/>
              </a:rPr>
              <a:t>Em Quantos Apertos de Mão?</a:t>
            </a:r>
            <a:endParaRPr sz="4400"/>
          </a:p>
        </p:txBody>
      </p:sp>
      <p:pic>
        <p:nvPicPr>
          <p:cNvPr id="710669859" name=""/>
          <p:cNvPicPr>
            <a:picLocks noChangeAspect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 rot="0">
            <a:off x="1547812" y="2120106"/>
            <a:ext cx="3762374" cy="3762374"/>
          </a:xfrm>
          <a:prstGeom prst="rect">
            <a:avLst/>
          </a:prstGeom>
        </p:spPr>
      </p:pic>
      <p:pic>
        <p:nvPicPr>
          <p:cNvPr id="221792574" name=""/>
          <p:cNvPicPr>
            <a:picLocks noChangeAspect="1"/>
          </p:cNvPicPr>
          <p:nvPr>
            <p:ph sz="half" idx="2"/>
          </p:nvPr>
        </p:nvPicPr>
        <p:blipFill rotWithShape="1">
          <a:blip r:embed="rId4"/>
          <a:stretch/>
        </p:blipFill>
        <p:spPr bwMode="auto">
          <a:xfrm rot="0">
            <a:off x="7437387" y="1825624"/>
            <a:ext cx="2651225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678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Neymar</a:t>
            </a:r>
            <a:endParaRPr/>
          </a:p>
        </p:txBody>
      </p:sp>
      <p:pic>
        <p:nvPicPr>
          <p:cNvPr id="39602855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398170" y="1825624"/>
            <a:ext cx="5395659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1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Anitta</a:t>
            </a:r>
            <a:endParaRPr/>
          </a:p>
        </p:txBody>
      </p:sp>
      <p:pic>
        <p:nvPicPr>
          <p:cNvPr id="62692072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4128314" y="1825624"/>
            <a:ext cx="3935370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7541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Pablo Vittar</a:t>
            </a:r>
            <a:endParaRPr/>
          </a:p>
        </p:txBody>
      </p:sp>
      <p:pic>
        <p:nvPicPr>
          <p:cNvPr id="1709070649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832496" y="1825624"/>
            <a:ext cx="6527007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782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BR"/>
              <a:t>Madonna</a:t>
            </a:r>
            <a:endParaRPr/>
          </a:p>
        </p:txBody>
      </p:sp>
      <p:pic>
        <p:nvPicPr>
          <p:cNvPr id="40325324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470514" y="1600203"/>
            <a:ext cx="7234810" cy="4525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42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Lady Gaga</a:t>
            </a:r>
            <a:endParaRPr/>
          </a:p>
        </p:txBody>
      </p:sp>
      <p:pic>
        <p:nvPicPr>
          <p:cNvPr id="334142293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824938" y="1600203"/>
            <a:ext cx="4525962" cy="4525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2026-05-14T22:53:25Z</dcterms:modified>
</cp:coreProperties>
</file>