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63561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0619675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707994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9353773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2951422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5623626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336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629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543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224607-1CB2-E916-F6C5-97BD1CB28F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927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5739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80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BB5995-777D-5AD0-0952-1CF64DDB5F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404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560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57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0648D-E632-8ABE-20CF-87CCFECD9F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560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5492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760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30FB1-1F5C-6A0E-7A68-26601E72A8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779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653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051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16814-A722-3744-3726-257E9D0EE2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764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280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6485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23D92-5390-AF2E-9246-7CDA37DF21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003328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5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53767764" name="Shape 1102"/>
          <p:cNvSpPr>
            <a:spLocks noChangeArrowheads="1" noGrp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1400686140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299520809" name="Title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46884117" name="Date Placeholder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771922950" name="Footer Placeholder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859131" name="Slide Number Placeholder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480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421071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424735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4095215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185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17321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167335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855225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9756480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4931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37381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6317304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674301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2208359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8875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415523803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3759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4111076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713035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3207766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3919227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88146717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95822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427509717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1149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7810467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45394922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9130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57749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00424158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82171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813435" name="Title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36837533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865063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737371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9491295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12063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214702" name="Title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3886699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20298705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988621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5681646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61221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0895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8844054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214095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9227151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5813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72818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696893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094989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4637083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49597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281720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11046985" name="Shape 1103"/>
          <p:cNvSpPr>
            <a:spLocks noChangeArrowheads="1" noGrp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25190158" name="Shape 1104"/>
          <p:cNvSpPr>
            <a:spLocks noChangeArrowheads="1" noGrp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72581738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55372474" name="Shape 1106"/>
          <p:cNvSpPr>
            <a:spLocks noChangeArrowheads="1" noGrp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16403948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37826156" name="Shape 1108"/>
          <p:cNvSpPr>
            <a:spLocks noChangeArrowheads="1" noGrp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24085210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16002204" name="Shape 1110"/>
          <p:cNvSpPr>
            <a:spLocks noChangeArrowheads="1" noGrp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867913" name="Shape 1111"/>
          <p:cNvSpPr>
            <a:spLocks noChangeArrowheads="1" noGrp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42326831" name="Shape 1112"/>
          <p:cNvSpPr>
            <a:spLocks noChangeArrowheads="1" noGrp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090596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66013533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51995057" name="Shape 1115"/>
          <p:cNvSpPr>
            <a:spLocks noChangeArrowheads="1" noGrp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41623407" name="Shape 1116"/>
          <p:cNvSpPr>
            <a:spLocks noChangeArrowheads="1" noGrp="1"/>
          </p:cNvSpPr>
          <p:nvPr userDrawn="1"/>
        </p:nvSpPr>
        <p:spPr bwMode="auto">
          <a:xfrm>
            <a:off x="984107" y="474624"/>
            <a:ext cx="5463821" cy="41089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773375" name="Shape 1117"/>
          <p:cNvSpPr>
            <a:spLocks noChangeArrowheads="1" noGrp="1"/>
          </p:cNvSpPr>
          <p:nvPr userDrawn="1"/>
        </p:nvSpPr>
        <p:spPr bwMode="auto">
          <a:xfrm>
            <a:off x="1045632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80960813" name="Shape 1118"/>
          <p:cNvSpPr>
            <a:spLocks noChangeArrowheads="1" noGrp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95200743" name="Shape 1119"/>
          <p:cNvSpPr>
            <a:spLocks noChangeArrowheads="1" noGrp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32889732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12349616" name="Shape 1121"/>
          <p:cNvSpPr>
            <a:spLocks noChangeArrowheads="1" noGrp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30282272" name="Shape 1124"/>
          <p:cNvSpPr>
            <a:spLocks noChangeArrowheads="1" noGrp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85783537" name="Shape 1125"/>
          <p:cNvSpPr>
            <a:spLocks noChangeArrowheads="1" noGrp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91694706" name="Shape 1138"/>
          <p:cNvSpPr>
            <a:spLocks noChangeArrowheads="1" noGrp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50847125" name="Shape 1139"/>
          <p:cNvSpPr>
            <a:spLocks noChangeArrowheads="1" noGrp="1"/>
          </p:cNvSpPr>
          <p:nvPr userDrawn="1"/>
        </p:nvSpPr>
        <p:spPr bwMode="auto">
          <a:xfrm>
            <a:off x="1648462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1757666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29583728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3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36327995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3112956" name="Shape 1143"/>
          <p:cNvSpPr>
            <a:spLocks noChangeArrowheads="1" noGrp="1"/>
          </p:cNvSpPr>
          <p:nvPr userDrawn="1"/>
        </p:nvSpPr>
        <p:spPr bwMode="auto">
          <a:xfrm>
            <a:off x="3596920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59695135" name="Shape 1144"/>
          <p:cNvSpPr>
            <a:spLocks noChangeArrowheads="1" noGrp="1"/>
          </p:cNvSpPr>
          <p:nvPr userDrawn="1"/>
        </p:nvSpPr>
        <p:spPr bwMode="auto">
          <a:xfrm>
            <a:off x="3037843" y="5578669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0926220" name="Shape 1147"/>
          <p:cNvSpPr>
            <a:spLocks noChangeArrowheads="1" noGrp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01014608" name="Shape 1148"/>
          <p:cNvSpPr>
            <a:spLocks noChangeArrowheads="1" noGrp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347839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4805170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30981220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2620341" name="Title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6782817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914400" rtl="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5599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BR"/>
              <a:t>Em Quantos Apertos de Mão?</a:t>
            </a:r>
            <a:endParaRPr/>
          </a:p>
        </p:txBody>
      </p:sp>
      <p:pic>
        <p:nvPicPr>
          <p:cNvPr id="1172369039" name=""/>
          <p:cNvPicPr>
            <a:picLocks noChangeAspect="1"/>
          </p:cNvPicPr>
          <p:nvPr>
            <p:ph sz="half" idx="1"/>
          </p:nvPr>
        </p:nvPicPr>
        <p:blipFill rotWithShape="1">
          <a:blip r:embed="rId3"/>
          <a:stretch/>
        </p:blipFill>
        <p:spPr bwMode="auto">
          <a:xfrm rot="0">
            <a:off x="1253330" y="1825624"/>
            <a:ext cx="4351338" cy="4351338"/>
          </a:xfrm>
          <a:prstGeom prst="rect">
            <a:avLst/>
          </a:prstGeom>
        </p:spPr>
      </p:pic>
      <p:pic>
        <p:nvPicPr>
          <p:cNvPr id="226865470" name=""/>
          <p:cNvPicPr>
            <a:picLocks noChangeAspect="1"/>
          </p:cNvPicPr>
          <p:nvPr>
            <p:ph sz="half" idx="2"/>
          </p:nvPr>
        </p:nvPicPr>
        <p:blipFill rotWithShape="1">
          <a:blip r:embed="rId4"/>
          <a:stretch/>
        </p:blipFill>
        <p:spPr bwMode="auto">
          <a:xfrm rot="0">
            <a:off x="6172200" y="2543968"/>
            <a:ext cx="5181599" cy="2914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0458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BR"/>
              <a:t>Fernanda Torres</a:t>
            </a:r>
            <a:endParaRPr/>
          </a:p>
        </p:txBody>
      </p:sp>
      <p:pic>
        <p:nvPicPr>
          <p:cNvPr id="1016040269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2835257" y="1825624"/>
            <a:ext cx="6521484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982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BR"/>
              <a:t>Terry Crews</a:t>
            </a:r>
            <a:endParaRPr/>
          </a:p>
        </p:txBody>
      </p:sp>
      <p:pic>
        <p:nvPicPr>
          <p:cNvPr id="405551173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4682429" y="1825624"/>
            <a:ext cx="2827140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9001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BR"/>
              <a:t>Jamie Foxx</a:t>
            </a:r>
            <a:endParaRPr/>
          </a:p>
        </p:txBody>
      </p:sp>
      <p:pic>
        <p:nvPicPr>
          <p:cNvPr id="1524431775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2832496" y="1825624"/>
            <a:ext cx="6527007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6540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BR"/>
              <a:t>Leonardo Dicaprio</a:t>
            </a:r>
            <a:endParaRPr/>
          </a:p>
        </p:txBody>
      </p:sp>
      <p:pic>
        <p:nvPicPr>
          <p:cNvPr id="1730022705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2281824" y="1825624"/>
            <a:ext cx="7628349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9558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BR"/>
              <a:t>Vladimir Putin</a:t>
            </a:r>
            <a:endParaRPr/>
          </a:p>
        </p:txBody>
      </p:sp>
      <p:pic>
        <p:nvPicPr>
          <p:cNvPr id="757077875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2381249" y="1915318"/>
            <a:ext cx="7429500" cy="417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2026-05-14T22:53:07Z</dcterms:modified>
</cp:coreProperties>
</file>