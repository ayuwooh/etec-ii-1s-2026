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0.xml" ContentType="application/vnd.openxmlformats-officedocument.presentationml.slideLayout+xml"/>
  <Override PartName="/ppt/commentAuthors.xml" ContentType="application/vnd.openxmlformats-officedocument.presentationml.commentAuthors.main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pt-B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yuwooh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commentAuthors" Target="commentAuthors.xml" 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m authorId="1" dt="2026-05-28T12:47:34Z" idx="1">
    <p:pos x="6906" y="287"/>
    <p:text>Apple Macintosh</p:text>
    <p:extLst>
      <p:ext uri="{C676402C-5697-4E1C-873F-D02D1690AC5C}">
        <p15:threadingInfo xmlns:p15="http://schemas.microsoft.com/office/powerpoint/2012/main" timeZoneBias="180"/>
      </p:ext>
      <p:ext uri="{19B8F6BF-5375-455C-9EA6-DF929625EA0E}">
        <p15:presenceInfo xmlns:p15="http://schemas.microsoft.com/office/powerpoint/2012/main" userId="teamlab_data:0;7;ayuwooh;1;7;ayuwooh;2;1;0;3;20;2026-05-28T15:47:34Z;4;38;{1C9FC9D2-A101-F389-B06B-DCF000970D74};" providerId="AD"/>
      </p:ext>
    </p:extLst>
  </p:cm>
</p:cmLst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070635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8152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200480301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3330929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8107705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898665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6677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67858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714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740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19831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413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1E124D-83AC-FF22-A9E6-F51403268D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167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04942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402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192B1-EC1C-D33F-AD5E-6C25AA16F4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0500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7634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16615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120647-8EDC-41C0-310D-528FCF29C5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03480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96034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34909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B4B4FD-0B5E-1347-5D9D-D60BE06811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6034A5-4E3D-DF5B-CDF7-2618C40E5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2365CC-5414-972E-E8B7-7A2995058D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EB1F8A-6578-C9FE-09BD-585C0705B0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002C8E-BF7F-CBC0-7B71-75DF6A4222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4E6F34-DA06-2CA9-DBD1-12E863F369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5E742A-9D98-A392-7DDC-3B02767B6E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D126D9-5CC5-4F4D-8CCC-2C435841B1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65224F-5975-952F-5CD4-3BCB874F54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C0D907-5E2A-3FE4-0494-77B6AFB34A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8FB69-A034-72B6-C50E-259545104B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5ED5C1-E983-0E67-0AF9-ADF1C9A1619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chemeClr val="accent1">
            <a:alpha val="4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88764302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412" y="0"/>
            <a:ext cx="12181171" cy="6858000"/>
          </a:xfrm>
          <a:prstGeom prst="rect">
            <a:avLst/>
          </a:prstGeom>
        </p:spPr>
      </p:pic>
      <p:sp>
        <p:nvSpPr>
          <p:cNvPr id="1174726488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2693965" y="1697933"/>
            <a:ext cx="6791738" cy="181202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ctr">
              <a:defRPr sz="6000"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  <a:lvl6pPr>
              <a:defRPr b="1"/>
            </a:lvl6pPr>
            <a:lvl7pPr>
              <a:defRPr b="1"/>
            </a:lvl7pPr>
            <a:lvl8pPr>
              <a:defRPr b="1"/>
            </a:lvl8pPr>
            <a:lvl9pPr>
              <a:defRPr b="1"/>
            </a:lvl9pPr>
          </a:lstStyle>
          <a:p>
            <a:pPr>
              <a:defRPr/>
            </a:pPr>
            <a:r>
              <a:rPr/>
              <a:t>CLICK TO EDIT MASTER TITLE </a:t>
            </a:r>
            <a:endParaRPr/>
          </a:p>
        </p:txBody>
      </p:sp>
      <p:sp>
        <p:nvSpPr>
          <p:cNvPr id="5654759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599968499" name=""/>
          <p:cNvGrpSpPr/>
          <p:nvPr/>
        </p:nvGrpSpPr>
        <p:grpSpPr bwMode="auto">
          <a:xfrm rot="5399942" flipH="0" flipV="0">
            <a:off x="3087259" y="-3087186"/>
            <a:ext cx="1169967" cy="7344468"/>
            <a:chOff x="0" y="0"/>
            <a:chExt cx="1169967" cy="7344468"/>
          </a:xfrm>
        </p:grpSpPr>
        <p:sp>
          <p:nvSpPr>
            <p:cNvPr id="1856331003" name=""/>
            <p:cNvSpPr/>
            <p:nvPr/>
          </p:nvSpPr>
          <p:spPr bwMode="auto">
            <a:xfrm rot="0" flipH="0" flipV="0">
              <a:off x="0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5884680" name=""/>
            <p:cNvSpPr/>
            <p:nvPr/>
          </p:nvSpPr>
          <p:spPr bwMode="auto">
            <a:xfrm rot="0" flipH="0" flipV="0">
              <a:off x="389988" y="0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74757295" name=""/>
            <p:cNvSpPr/>
            <p:nvPr/>
          </p:nvSpPr>
          <p:spPr bwMode="auto">
            <a:xfrm rot="0" flipH="0" flipV="0">
              <a:off x="779976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56359609" name=""/>
            <p:cNvSpPr/>
            <p:nvPr/>
          </p:nvSpPr>
          <p:spPr bwMode="auto">
            <a:xfrm rot="0" flipH="0" flipV="0">
              <a:off x="389988" y="4896306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161880910" name=""/>
          <p:cNvGrpSpPr/>
          <p:nvPr/>
        </p:nvGrpSpPr>
        <p:grpSpPr bwMode="auto">
          <a:xfrm rot="5399942" flipH="0" flipV="0">
            <a:off x="7934769" y="2600717"/>
            <a:ext cx="1169967" cy="7344468"/>
            <a:chOff x="0" y="0"/>
            <a:chExt cx="1169967" cy="7344468"/>
          </a:xfrm>
        </p:grpSpPr>
        <p:sp>
          <p:nvSpPr>
            <p:cNvPr id="812837277" name=""/>
            <p:cNvSpPr/>
            <p:nvPr/>
          </p:nvSpPr>
          <p:spPr bwMode="auto">
            <a:xfrm rot="0" flipH="0" flipV="0">
              <a:off x="0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75852333" name=""/>
            <p:cNvSpPr/>
            <p:nvPr/>
          </p:nvSpPr>
          <p:spPr bwMode="auto">
            <a:xfrm rot="0" flipH="0" flipV="0">
              <a:off x="389988" y="0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06685883" name=""/>
            <p:cNvSpPr/>
            <p:nvPr/>
          </p:nvSpPr>
          <p:spPr bwMode="auto">
            <a:xfrm rot="0" flipH="0" flipV="0">
              <a:off x="779976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52368001" name=""/>
            <p:cNvSpPr/>
            <p:nvPr/>
          </p:nvSpPr>
          <p:spPr bwMode="auto">
            <a:xfrm rot="0" flipH="0" flipV="0">
              <a:off x="389988" y="4896306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495042289" name=""/>
          <p:cNvGrpSpPr/>
          <p:nvPr/>
        </p:nvGrpSpPr>
        <p:grpSpPr bwMode="auto">
          <a:xfrm>
            <a:off x="2897791" y="892489"/>
            <a:ext cx="714375" cy="714375"/>
            <a:chOff x="0" y="0"/>
            <a:chExt cx="714375" cy="714375"/>
          </a:xfrm>
        </p:grpSpPr>
        <p:sp>
          <p:nvSpPr>
            <p:cNvPr id="1260520628" name=""/>
            <p:cNvSpPr/>
            <p:nvPr/>
          </p:nvSpPr>
          <p:spPr bwMode="auto">
            <a:xfrm rot="0" flipH="0" flipV="0">
              <a:off x="0" y="476246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26737450" name=""/>
            <p:cNvSpPr/>
            <p:nvPr/>
          </p:nvSpPr>
          <p:spPr bwMode="auto">
            <a:xfrm rot="0" flipH="0" flipV="0">
              <a:off x="238124" y="238122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13958411" name=""/>
            <p:cNvSpPr/>
            <p:nvPr/>
          </p:nvSpPr>
          <p:spPr bwMode="auto">
            <a:xfrm rot="0" flipH="0" flipV="0">
              <a:off x="476247" y="0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  <p:grpSp>
        <p:nvGrpSpPr>
          <p:cNvPr id="1661073950" name=""/>
          <p:cNvGrpSpPr/>
          <p:nvPr/>
        </p:nvGrpSpPr>
        <p:grpSpPr bwMode="auto">
          <a:xfrm flipH="0" flipV="0">
            <a:off x="8931" y="3111287"/>
            <a:ext cx="511515" cy="3211038"/>
            <a:chOff x="0" y="0"/>
            <a:chExt cx="511515" cy="3211038"/>
          </a:xfrm>
        </p:grpSpPr>
        <p:sp>
          <p:nvSpPr>
            <p:cNvPr id="856714868" name=""/>
            <p:cNvSpPr/>
            <p:nvPr/>
          </p:nvSpPr>
          <p:spPr bwMode="auto">
            <a:xfrm rot="0" flipH="0" flipV="0">
              <a:off x="0" y="1070338"/>
              <a:ext cx="170505" cy="107033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41002247" name=""/>
            <p:cNvSpPr/>
            <p:nvPr/>
          </p:nvSpPr>
          <p:spPr bwMode="auto">
            <a:xfrm rot="0" flipH="0" flipV="0">
              <a:off x="170505" y="0"/>
              <a:ext cx="170505" cy="107033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49923855" name=""/>
            <p:cNvSpPr/>
            <p:nvPr/>
          </p:nvSpPr>
          <p:spPr bwMode="auto">
            <a:xfrm rot="0" flipH="0" flipV="0">
              <a:off x="341010" y="1070338"/>
              <a:ext cx="170505" cy="107033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0122336" name=""/>
            <p:cNvSpPr/>
            <p:nvPr/>
          </p:nvSpPr>
          <p:spPr bwMode="auto">
            <a:xfrm rot="0" flipH="0" flipV="0">
              <a:off x="170505" y="2140686"/>
              <a:ext cx="170505" cy="107033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241889041" name=""/>
          <p:cNvGrpSpPr/>
          <p:nvPr/>
        </p:nvGrpSpPr>
        <p:grpSpPr bwMode="auto">
          <a:xfrm flipH="0" flipV="0">
            <a:off x="2834127" y="525061"/>
            <a:ext cx="3480995" cy="1591632"/>
            <a:chOff x="0" y="0"/>
            <a:chExt cx="3480995" cy="1591632"/>
          </a:xfrm>
        </p:grpSpPr>
        <p:sp>
          <p:nvSpPr>
            <p:cNvPr id="1473888337" name=""/>
            <p:cNvSpPr/>
            <p:nvPr/>
          </p:nvSpPr>
          <p:spPr bwMode="auto">
            <a:xfrm rot="0" flipH="0" flipV="0">
              <a:off x="0" y="0"/>
              <a:ext cx="3480995" cy="1591632"/>
            </a:xfrm>
            <a:custGeom>
              <a:avLst/>
              <a:gdLst/>
              <a:ahLst/>
              <a:cxnLst/>
              <a:rect l="0" t="0" r="r" b="b"/>
              <a:pathLst>
                <a:path w="1108597" h="506889" fill="norm" stroke="1" extrusionOk="0">
                  <a:moveTo>
                    <a:pt x="422487" y="0"/>
                  </a:moveTo>
                  <a:cubicBezTo>
                    <a:pt x="422487" y="0"/>
                    <a:pt x="487657" y="0"/>
                    <a:pt x="487657" y="0"/>
                  </a:cubicBezTo>
                  <a:cubicBezTo>
                    <a:pt x="487657" y="0"/>
                    <a:pt x="487657" y="65170"/>
                    <a:pt x="487657" y="65170"/>
                  </a:cubicBezTo>
                  <a:cubicBezTo>
                    <a:pt x="487657" y="65170"/>
                    <a:pt x="559505" y="65170"/>
                    <a:pt x="559505" y="65170"/>
                  </a:cubicBezTo>
                  <a:cubicBezTo>
                    <a:pt x="559505" y="65170"/>
                    <a:pt x="559505" y="130339"/>
                    <a:pt x="559505" y="130339"/>
                  </a:cubicBezTo>
                  <a:cubicBezTo>
                    <a:pt x="559505" y="130339"/>
                    <a:pt x="345711" y="130339"/>
                    <a:pt x="345711" y="130339"/>
                  </a:cubicBezTo>
                  <a:cubicBezTo>
                    <a:pt x="345711" y="130339"/>
                    <a:pt x="345711" y="65170"/>
                    <a:pt x="345711" y="65170"/>
                  </a:cubicBezTo>
                  <a:cubicBezTo>
                    <a:pt x="345711" y="65170"/>
                    <a:pt x="422487" y="65170"/>
                    <a:pt x="422487" y="65170"/>
                  </a:cubicBezTo>
                  <a:cubicBezTo>
                    <a:pt x="422487" y="65170"/>
                    <a:pt x="422487" y="0"/>
                    <a:pt x="422487" y="0"/>
                  </a:cubicBezTo>
                  <a:close/>
                  <a:moveTo>
                    <a:pt x="281354" y="130342"/>
                  </a:moveTo>
                  <a:cubicBezTo>
                    <a:pt x="281354" y="130342"/>
                    <a:pt x="695055" y="130342"/>
                    <a:pt x="695055" y="130342"/>
                  </a:cubicBezTo>
                  <a:cubicBezTo>
                    <a:pt x="695055" y="130342"/>
                    <a:pt x="695055" y="269737"/>
                    <a:pt x="695055" y="269737"/>
                  </a:cubicBezTo>
                  <a:cubicBezTo>
                    <a:pt x="695055" y="269737"/>
                    <a:pt x="760224" y="269736"/>
                    <a:pt x="760224" y="269736"/>
                  </a:cubicBezTo>
                  <a:cubicBezTo>
                    <a:pt x="760224" y="269736"/>
                    <a:pt x="760224" y="204567"/>
                    <a:pt x="760224" y="204567"/>
                  </a:cubicBezTo>
                  <a:cubicBezTo>
                    <a:pt x="760224" y="204567"/>
                    <a:pt x="903726" y="204567"/>
                    <a:pt x="903726" y="204567"/>
                  </a:cubicBezTo>
                  <a:cubicBezTo>
                    <a:pt x="903726" y="204567"/>
                    <a:pt x="903726" y="269738"/>
                    <a:pt x="903726" y="269738"/>
                  </a:cubicBezTo>
                  <a:cubicBezTo>
                    <a:pt x="903726" y="269738"/>
                    <a:pt x="1043426" y="269738"/>
                    <a:pt x="1043426" y="269738"/>
                  </a:cubicBezTo>
                  <a:cubicBezTo>
                    <a:pt x="1043426" y="269738"/>
                    <a:pt x="1043426" y="358438"/>
                    <a:pt x="1043426" y="358438"/>
                  </a:cubicBezTo>
                  <a:cubicBezTo>
                    <a:pt x="1043426" y="358438"/>
                    <a:pt x="1108596" y="358438"/>
                    <a:pt x="1108596" y="358438"/>
                  </a:cubicBezTo>
                  <a:cubicBezTo>
                    <a:pt x="1108596" y="358438"/>
                    <a:pt x="1108596" y="423607"/>
                    <a:pt x="1108596" y="423607"/>
                  </a:cubicBezTo>
                  <a:cubicBezTo>
                    <a:pt x="1108596" y="423607"/>
                    <a:pt x="903726" y="423607"/>
                    <a:pt x="903726" y="423607"/>
                  </a:cubicBezTo>
                  <a:cubicBezTo>
                    <a:pt x="903726" y="423607"/>
                    <a:pt x="903726" y="451702"/>
                    <a:pt x="903726" y="451702"/>
                  </a:cubicBezTo>
                  <a:cubicBezTo>
                    <a:pt x="903726" y="451702"/>
                    <a:pt x="760224" y="451702"/>
                    <a:pt x="760224" y="451702"/>
                  </a:cubicBezTo>
                  <a:cubicBezTo>
                    <a:pt x="760224" y="451702"/>
                    <a:pt x="760224" y="474304"/>
                    <a:pt x="760224" y="474304"/>
                  </a:cubicBezTo>
                  <a:cubicBezTo>
                    <a:pt x="760224" y="474304"/>
                    <a:pt x="615860" y="474304"/>
                    <a:pt x="615860" y="474304"/>
                  </a:cubicBezTo>
                  <a:cubicBezTo>
                    <a:pt x="615860" y="474304"/>
                    <a:pt x="615860" y="506889"/>
                    <a:pt x="615860" y="506889"/>
                  </a:cubicBezTo>
                  <a:cubicBezTo>
                    <a:pt x="615860" y="506889"/>
                    <a:pt x="227068" y="506889"/>
                    <a:pt x="227068" y="506889"/>
                  </a:cubicBezTo>
                  <a:cubicBezTo>
                    <a:pt x="227068" y="506889"/>
                    <a:pt x="227069" y="456193"/>
                    <a:pt x="227069" y="456193"/>
                  </a:cubicBezTo>
                  <a:cubicBezTo>
                    <a:pt x="227069" y="456193"/>
                    <a:pt x="0" y="456193"/>
                    <a:pt x="0" y="456193"/>
                  </a:cubicBezTo>
                  <a:cubicBezTo>
                    <a:pt x="0" y="456193"/>
                    <a:pt x="0" y="391023"/>
                    <a:pt x="0" y="391023"/>
                  </a:cubicBezTo>
                  <a:cubicBezTo>
                    <a:pt x="0" y="391023"/>
                    <a:pt x="67559" y="391023"/>
                    <a:pt x="67559" y="391023"/>
                  </a:cubicBezTo>
                  <a:cubicBezTo>
                    <a:pt x="67559" y="391023"/>
                    <a:pt x="67559" y="325853"/>
                    <a:pt x="67559" y="325853"/>
                  </a:cubicBezTo>
                  <a:cubicBezTo>
                    <a:pt x="67559" y="325853"/>
                    <a:pt x="131918" y="325853"/>
                    <a:pt x="131918" y="325853"/>
                  </a:cubicBezTo>
                  <a:cubicBezTo>
                    <a:pt x="131918" y="325853"/>
                    <a:pt x="131918" y="260683"/>
                    <a:pt x="131918" y="260683"/>
                  </a:cubicBezTo>
                  <a:cubicBezTo>
                    <a:pt x="131918" y="260683"/>
                    <a:pt x="227068" y="260683"/>
                    <a:pt x="227068" y="260683"/>
                  </a:cubicBezTo>
                  <a:cubicBezTo>
                    <a:pt x="227068" y="260683"/>
                    <a:pt x="227068" y="195513"/>
                    <a:pt x="227068" y="195513"/>
                  </a:cubicBezTo>
                  <a:cubicBezTo>
                    <a:pt x="227068" y="195513"/>
                    <a:pt x="281354" y="195513"/>
                    <a:pt x="281354" y="195513"/>
                  </a:cubicBezTo>
                  <a:cubicBezTo>
                    <a:pt x="281354" y="195513"/>
                    <a:pt x="281354" y="130342"/>
                    <a:pt x="281354" y="1303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354664832" name=""/>
            <p:cNvSpPr/>
            <p:nvPr/>
          </p:nvSpPr>
          <p:spPr bwMode="auto">
            <a:xfrm rot="0" flipH="0" flipV="0">
              <a:off x="235327" y="815329"/>
              <a:ext cx="3245662" cy="776298"/>
            </a:xfrm>
            <a:custGeom>
              <a:avLst/>
              <a:gdLst/>
              <a:ahLst/>
              <a:cxnLst/>
              <a:rect l="0" t="0" r="r" b="b"/>
              <a:pathLst>
                <a:path w="1033651" h="247230" fill="norm" stroke="1" extrusionOk="0">
                  <a:moveTo>
                    <a:pt x="597646" y="104565"/>
                  </a:moveTo>
                  <a:cubicBezTo>
                    <a:pt x="597646" y="104565"/>
                    <a:pt x="666702" y="104565"/>
                    <a:pt x="666702" y="104565"/>
                  </a:cubicBezTo>
                  <a:cubicBezTo>
                    <a:pt x="666702" y="104565"/>
                    <a:pt x="666702" y="173621"/>
                    <a:pt x="666702" y="173621"/>
                  </a:cubicBezTo>
                  <a:cubicBezTo>
                    <a:pt x="666702" y="173621"/>
                    <a:pt x="597646" y="173621"/>
                    <a:pt x="597646" y="173621"/>
                  </a:cubicBezTo>
                  <a:cubicBezTo>
                    <a:pt x="597646" y="173621"/>
                    <a:pt x="597646" y="104565"/>
                    <a:pt x="597646" y="104565"/>
                  </a:cubicBezTo>
                  <a:close/>
                  <a:moveTo>
                    <a:pt x="305981" y="0"/>
                  </a:moveTo>
                  <a:cubicBezTo>
                    <a:pt x="305981" y="0"/>
                    <a:pt x="375036" y="0"/>
                    <a:pt x="375036" y="0"/>
                  </a:cubicBezTo>
                  <a:cubicBezTo>
                    <a:pt x="375036" y="0"/>
                    <a:pt x="375036" y="57754"/>
                    <a:pt x="375036" y="57754"/>
                  </a:cubicBezTo>
                  <a:cubicBezTo>
                    <a:pt x="375036" y="57754"/>
                    <a:pt x="415244" y="57754"/>
                    <a:pt x="415244" y="57754"/>
                  </a:cubicBezTo>
                  <a:cubicBezTo>
                    <a:pt x="415244" y="57754"/>
                    <a:pt x="415244" y="119215"/>
                    <a:pt x="415244" y="119215"/>
                  </a:cubicBezTo>
                  <a:cubicBezTo>
                    <a:pt x="415244" y="119215"/>
                    <a:pt x="484630" y="119215"/>
                    <a:pt x="484630" y="119215"/>
                  </a:cubicBezTo>
                  <a:cubicBezTo>
                    <a:pt x="484630" y="119215"/>
                    <a:pt x="484630" y="174079"/>
                    <a:pt x="484630" y="174079"/>
                  </a:cubicBezTo>
                  <a:cubicBezTo>
                    <a:pt x="484630" y="174079"/>
                    <a:pt x="817078" y="174079"/>
                    <a:pt x="817078" y="174079"/>
                  </a:cubicBezTo>
                  <a:cubicBezTo>
                    <a:pt x="817078" y="174079"/>
                    <a:pt x="817078" y="118616"/>
                    <a:pt x="817078" y="118616"/>
                  </a:cubicBezTo>
                  <a:cubicBezTo>
                    <a:pt x="817078" y="118616"/>
                    <a:pt x="1033651" y="118616"/>
                    <a:pt x="1033651" y="118616"/>
                  </a:cubicBezTo>
                  <a:cubicBezTo>
                    <a:pt x="1033651" y="118616"/>
                    <a:pt x="1033651" y="187673"/>
                    <a:pt x="1033651" y="187673"/>
                  </a:cubicBezTo>
                  <a:cubicBezTo>
                    <a:pt x="1033651" y="187673"/>
                    <a:pt x="832102" y="187673"/>
                    <a:pt x="832102" y="187673"/>
                  </a:cubicBezTo>
                  <a:cubicBezTo>
                    <a:pt x="832102" y="187673"/>
                    <a:pt x="832102" y="247230"/>
                    <a:pt x="832102" y="247230"/>
                  </a:cubicBezTo>
                  <a:cubicBezTo>
                    <a:pt x="832102" y="247230"/>
                    <a:pt x="0" y="247230"/>
                    <a:pt x="0" y="247230"/>
                  </a:cubicBezTo>
                  <a:cubicBezTo>
                    <a:pt x="0" y="247230"/>
                    <a:pt x="0" y="174079"/>
                    <a:pt x="0" y="174079"/>
                  </a:cubicBezTo>
                  <a:cubicBezTo>
                    <a:pt x="0" y="174079"/>
                    <a:pt x="100584" y="174077"/>
                    <a:pt x="100584" y="174077"/>
                  </a:cubicBezTo>
                  <a:cubicBezTo>
                    <a:pt x="100584" y="174077"/>
                    <a:pt x="100584" y="119215"/>
                    <a:pt x="100584" y="119215"/>
                  </a:cubicBezTo>
                  <a:cubicBezTo>
                    <a:pt x="100584" y="119215"/>
                    <a:pt x="265775" y="119215"/>
                    <a:pt x="265775" y="119215"/>
                  </a:cubicBezTo>
                  <a:cubicBezTo>
                    <a:pt x="265775" y="119215"/>
                    <a:pt x="265775" y="57754"/>
                    <a:pt x="265775" y="57754"/>
                  </a:cubicBezTo>
                  <a:cubicBezTo>
                    <a:pt x="265775" y="57754"/>
                    <a:pt x="305981" y="57753"/>
                    <a:pt x="305981" y="57753"/>
                  </a:cubicBezTo>
                  <a:cubicBezTo>
                    <a:pt x="305981" y="57753"/>
                    <a:pt x="305981" y="0"/>
                    <a:pt x="3059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</p:grpSp>
      <p:grpSp>
        <p:nvGrpSpPr>
          <p:cNvPr id="667015443" name=""/>
          <p:cNvGrpSpPr/>
          <p:nvPr/>
        </p:nvGrpSpPr>
        <p:grpSpPr bwMode="auto">
          <a:xfrm flipH="0" flipV="0">
            <a:off x="9086904" y="1157673"/>
            <a:ext cx="2718612" cy="1243044"/>
            <a:chOff x="0" y="0"/>
            <a:chExt cx="2718612" cy="1243044"/>
          </a:xfrm>
        </p:grpSpPr>
        <p:sp>
          <p:nvSpPr>
            <p:cNvPr id="1635740569" name=""/>
            <p:cNvSpPr/>
            <p:nvPr/>
          </p:nvSpPr>
          <p:spPr bwMode="auto">
            <a:xfrm rot="0" flipH="0" flipV="0">
              <a:off x="0" y="0"/>
              <a:ext cx="2718612" cy="1243044"/>
            </a:xfrm>
            <a:custGeom>
              <a:avLst/>
              <a:gdLst/>
              <a:ahLst/>
              <a:cxnLst/>
              <a:rect l="0" t="0" r="r" b="b"/>
              <a:pathLst>
                <a:path w="1108597" h="506889" fill="norm" stroke="1" extrusionOk="0">
                  <a:moveTo>
                    <a:pt x="422487" y="0"/>
                  </a:moveTo>
                  <a:cubicBezTo>
                    <a:pt x="422487" y="0"/>
                    <a:pt x="487657" y="0"/>
                    <a:pt x="487657" y="0"/>
                  </a:cubicBezTo>
                  <a:cubicBezTo>
                    <a:pt x="487657" y="0"/>
                    <a:pt x="487657" y="65170"/>
                    <a:pt x="487657" y="65170"/>
                  </a:cubicBezTo>
                  <a:cubicBezTo>
                    <a:pt x="487657" y="65170"/>
                    <a:pt x="559505" y="65170"/>
                    <a:pt x="559505" y="65170"/>
                  </a:cubicBezTo>
                  <a:cubicBezTo>
                    <a:pt x="559505" y="65170"/>
                    <a:pt x="559505" y="130339"/>
                    <a:pt x="559505" y="130339"/>
                  </a:cubicBezTo>
                  <a:cubicBezTo>
                    <a:pt x="559505" y="130339"/>
                    <a:pt x="345711" y="130339"/>
                    <a:pt x="345711" y="130339"/>
                  </a:cubicBezTo>
                  <a:cubicBezTo>
                    <a:pt x="345711" y="130339"/>
                    <a:pt x="345711" y="65170"/>
                    <a:pt x="345711" y="65170"/>
                  </a:cubicBezTo>
                  <a:cubicBezTo>
                    <a:pt x="345711" y="65170"/>
                    <a:pt x="422487" y="65170"/>
                    <a:pt x="422487" y="65170"/>
                  </a:cubicBezTo>
                  <a:cubicBezTo>
                    <a:pt x="422487" y="65170"/>
                    <a:pt x="422487" y="0"/>
                    <a:pt x="422487" y="0"/>
                  </a:cubicBezTo>
                  <a:close/>
                  <a:moveTo>
                    <a:pt x="281354" y="130342"/>
                  </a:moveTo>
                  <a:cubicBezTo>
                    <a:pt x="281354" y="130342"/>
                    <a:pt x="695055" y="130342"/>
                    <a:pt x="695055" y="130342"/>
                  </a:cubicBezTo>
                  <a:cubicBezTo>
                    <a:pt x="695055" y="130342"/>
                    <a:pt x="695055" y="269737"/>
                    <a:pt x="695055" y="269737"/>
                  </a:cubicBezTo>
                  <a:cubicBezTo>
                    <a:pt x="695055" y="269737"/>
                    <a:pt x="760224" y="269736"/>
                    <a:pt x="760224" y="269736"/>
                  </a:cubicBezTo>
                  <a:cubicBezTo>
                    <a:pt x="760224" y="269736"/>
                    <a:pt x="760224" y="204567"/>
                    <a:pt x="760224" y="204567"/>
                  </a:cubicBezTo>
                  <a:cubicBezTo>
                    <a:pt x="760224" y="204567"/>
                    <a:pt x="903726" y="204567"/>
                    <a:pt x="903726" y="204567"/>
                  </a:cubicBezTo>
                  <a:cubicBezTo>
                    <a:pt x="903726" y="204567"/>
                    <a:pt x="903726" y="269738"/>
                    <a:pt x="903726" y="269738"/>
                  </a:cubicBezTo>
                  <a:cubicBezTo>
                    <a:pt x="903726" y="269738"/>
                    <a:pt x="1043426" y="269738"/>
                    <a:pt x="1043426" y="269738"/>
                  </a:cubicBezTo>
                  <a:cubicBezTo>
                    <a:pt x="1043426" y="269738"/>
                    <a:pt x="1043426" y="358438"/>
                    <a:pt x="1043426" y="358438"/>
                  </a:cubicBezTo>
                  <a:cubicBezTo>
                    <a:pt x="1043426" y="358438"/>
                    <a:pt x="1108596" y="358438"/>
                    <a:pt x="1108596" y="358438"/>
                  </a:cubicBezTo>
                  <a:cubicBezTo>
                    <a:pt x="1108596" y="358438"/>
                    <a:pt x="1108596" y="423607"/>
                    <a:pt x="1108596" y="423607"/>
                  </a:cubicBezTo>
                  <a:cubicBezTo>
                    <a:pt x="1108596" y="423607"/>
                    <a:pt x="903726" y="423607"/>
                    <a:pt x="903726" y="423607"/>
                  </a:cubicBezTo>
                  <a:cubicBezTo>
                    <a:pt x="903726" y="423607"/>
                    <a:pt x="903726" y="451702"/>
                    <a:pt x="903726" y="451702"/>
                  </a:cubicBezTo>
                  <a:cubicBezTo>
                    <a:pt x="903726" y="451702"/>
                    <a:pt x="760224" y="451702"/>
                    <a:pt x="760224" y="451702"/>
                  </a:cubicBezTo>
                  <a:cubicBezTo>
                    <a:pt x="760224" y="451702"/>
                    <a:pt x="760224" y="474304"/>
                    <a:pt x="760224" y="474304"/>
                  </a:cubicBezTo>
                  <a:cubicBezTo>
                    <a:pt x="760224" y="474304"/>
                    <a:pt x="615860" y="474304"/>
                    <a:pt x="615860" y="474304"/>
                  </a:cubicBezTo>
                  <a:cubicBezTo>
                    <a:pt x="615860" y="474304"/>
                    <a:pt x="615860" y="506889"/>
                    <a:pt x="615860" y="506889"/>
                  </a:cubicBezTo>
                  <a:cubicBezTo>
                    <a:pt x="615860" y="506889"/>
                    <a:pt x="227068" y="506889"/>
                    <a:pt x="227068" y="506889"/>
                  </a:cubicBezTo>
                  <a:cubicBezTo>
                    <a:pt x="227068" y="506889"/>
                    <a:pt x="227069" y="456193"/>
                    <a:pt x="227069" y="456193"/>
                  </a:cubicBezTo>
                  <a:cubicBezTo>
                    <a:pt x="227069" y="456193"/>
                    <a:pt x="0" y="456193"/>
                    <a:pt x="0" y="456193"/>
                  </a:cubicBezTo>
                  <a:cubicBezTo>
                    <a:pt x="0" y="456193"/>
                    <a:pt x="0" y="391023"/>
                    <a:pt x="0" y="391023"/>
                  </a:cubicBezTo>
                  <a:cubicBezTo>
                    <a:pt x="0" y="391023"/>
                    <a:pt x="67559" y="391023"/>
                    <a:pt x="67559" y="391023"/>
                  </a:cubicBezTo>
                  <a:cubicBezTo>
                    <a:pt x="67559" y="391023"/>
                    <a:pt x="67559" y="325853"/>
                    <a:pt x="67559" y="325853"/>
                  </a:cubicBezTo>
                  <a:cubicBezTo>
                    <a:pt x="67559" y="325853"/>
                    <a:pt x="131918" y="325853"/>
                    <a:pt x="131918" y="325853"/>
                  </a:cubicBezTo>
                  <a:cubicBezTo>
                    <a:pt x="131918" y="325853"/>
                    <a:pt x="131918" y="260683"/>
                    <a:pt x="131918" y="260683"/>
                  </a:cubicBezTo>
                  <a:cubicBezTo>
                    <a:pt x="131918" y="260683"/>
                    <a:pt x="227068" y="260683"/>
                    <a:pt x="227068" y="260683"/>
                  </a:cubicBezTo>
                  <a:cubicBezTo>
                    <a:pt x="227068" y="260683"/>
                    <a:pt x="227068" y="195513"/>
                    <a:pt x="227068" y="195513"/>
                  </a:cubicBezTo>
                  <a:cubicBezTo>
                    <a:pt x="227068" y="195513"/>
                    <a:pt x="281354" y="195513"/>
                    <a:pt x="281354" y="195513"/>
                  </a:cubicBezTo>
                  <a:cubicBezTo>
                    <a:pt x="281354" y="195513"/>
                    <a:pt x="281354" y="130342"/>
                    <a:pt x="281354" y="1303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908035821" name=""/>
            <p:cNvSpPr/>
            <p:nvPr/>
          </p:nvSpPr>
          <p:spPr bwMode="auto">
            <a:xfrm rot="0" flipH="0" flipV="0">
              <a:off x="183789" y="636761"/>
              <a:ext cx="2534823" cy="606278"/>
            </a:xfrm>
            <a:custGeom>
              <a:avLst/>
              <a:gdLst/>
              <a:ahLst/>
              <a:cxnLst/>
              <a:rect l="0" t="0" r="r" b="b"/>
              <a:pathLst>
                <a:path w="1033651" h="247230" fill="norm" stroke="1" extrusionOk="0">
                  <a:moveTo>
                    <a:pt x="597646" y="104565"/>
                  </a:moveTo>
                  <a:cubicBezTo>
                    <a:pt x="597646" y="104565"/>
                    <a:pt x="666702" y="104565"/>
                    <a:pt x="666702" y="104565"/>
                  </a:cubicBezTo>
                  <a:cubicBezTo>
                    <a:pt x="666702" y="104565"/>
                    <a:pt x="666702" y="173621"/>
                    <a:pt x="666702" y="173621"/>
                  </a:cubicBezTo>
                  <a:cubicBezTo>
                    <a:pt x="666702" y="173621"/>
                    <a:pt x="597646" y="173621"/>
                    <a:pt x="597646" y="173621"/>
                  </a:cubicBezTo>
                  <a:cubicBezTo>
                    <a:pt x="597646" y="173621"/>
                    <a:pt x="597646" y="104565"/>
                    <a:pt x="597646" y="104565"/>
                  </a:cubicBezTo>
                  <a:close/>
                  <a:moveTo>
                    <a:pt x="305981" y="0"/>
                  </a:moveTo>
                  <a:cubicBezTo>
                    <a:pt x="305981" y="0"/>
                    <a:pt x="375036" y="0"/>
                    <a:pt x="375036" y="0"/>
                  </a:cubicBezTo>
                  <a:cubicBezTo>
                    <a:pt x="375036" y="0"/>
                    <a:pt x="375036" y="57754"/>
                    <a:pt x="375036" y="57754"/>
                  </a:cubicBezTo>
                  <a:cubicBezTo>
                    <a:pt x="375036" y="57754"/>
                    <a:pt x="415244" y="57754"/>
                    <a:pt x="415244" y="57754"/>
                  </a:cubicBezTo>
                  <a:cubicBezTo>
                    <a:pt x="415244" y="57754"/>
                    <a:pt x="415244" y="119215"/>
                    <a:pt x="415244" y="119215"/>
                  </a:cubicBezTo>
                  <a:cubicBezTo>
                    <a:pt x="415244" y="119215"/>
                    <a:pt x="484630" y="119215"/>
                    <a:pt x="484630" y="119215"/>
                  </a:cubicBezTo>
                  <a:cubicBezTo>
                    <a:pt x="484630" y="119215"/>
                    <a:pt x="484630" y="174079"/>
                    <a:pt x="484630" y="174079"/>
                  </a:cubicBezTo>
                  <a:cubicBezTo>
                    <a:pt x="484630" y="174079"/>
                    <a:pt x="817078" y="174079"/>
                    <a:pt x="817078" y="174079"/>
                  </a:cubicBezTo>
                  <a:cubicBezTo>
                    <a:pt x="817078" y="174079"/>
                    <a:pt x="817078" y="118616"/>
                    <a:pt x="817078" y="118616"/>
                  </a:cubicBezTo>
                  <a:cubicBezTo>
                    <a:pt x="817078" y="118616"/>
                    <a:pt x="1033651" y="118616"/>
                    <a:pt x="1033651" y="118616"/>
                  </a:cubicBezTo>
                  <a:cubicBezTo>
                    <a:pt x="1033651" y="118616"/>
                    <a:pt x="1033651" y="187673"/>
                    <a:pt x="1033651" y="187673"/>
                  </a:cubicBezTo>
                  <a:cubicBezTo>
                    <a:pt x="1033651" y="187673"/>
                    <a:pt x="832102" y="187673"/>
                    <a:pt x="832102" y="187673"/>
                  </a:cubicBezTo>
                  <a:cubicBezTo>
                    <a:pt x="832102" y="187673"/>
                    <a:pt x="832102" y="247230"/>
                    <a:pt x="832102" y="247230"/>
                  </a:cubicBezTo>
                  <a:cubicBezTo>
                    <a:pt x="832102" y="247230"/>
                    <a:pt x="0" y="247230"/>
                    <a:pt x="0" y="247230"/>
                  </a:cubicBezTo>
                  <a:cubicBezTo>
                    <a:pt x="0" y="247230"/>
                    <a:pt x="0" y="174079"/>
                    <a:pt x="0" y="174079"/>
                  </a:cubicBezTo>
                  <a:cubicBezTo>
                    <a:pt x="0" y="174079"/>
                    <a:pt x="100584" y="174077"/>
                    <a:pt x="100584" y="174077"/>
                  </a:cubicBezTo>
                  <a:cubicBezTo>
                    <a:pt x="100584" y="174077"/>
                    <a:pt x="100584" y="119215"/>
                    <a:pt x="100584" y="119215"/>
                  </a:cubicBezTo>
                  <a:cubicBezTo>
                    <a:pt x="100584" y="119215"/>
                    <a:pt x="265775" y="119215"/>
                    <a:pt x="265775" y="119215"/>
                  </a:cubicBezTo>
                  <a:cubicBezTo>
                    <a:pt x="265775" y="119215"/>
                    <a:pt x="265775" y="57754"/>
                    <a:pt x="265775" y="57754"/>
                  </a:cubicBezTo>
                  <a:cubicBezTo>
                    <a:pt x="265775" y="57754"/>
                    <a:pt x="305981" y="57753"/>
                    <a:pt x="305981" y="57753"/>
                  </a:cubicBezTo>
                  <a:cubicBezTo>
                    <a:pt x="305981" y="57753"/>
                    <a:pt x="305981" y="0"/>
                    <a:pt x="3059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prstClr val="black">
                  <a:alpha val="40000"/>
                </a:prstClr>
              </a:outerShdw>
            </a:effectLst>
          </p:spPr>
        </p:sp>
      </p:grpSp>
      <p:grpSp>
        <p:nvGrpSpPr>
          <p:cNvPr id="511724569" name=""/>
          <p:cNvGrpSpPr/>
          <p:nvPr/>
        </p:nvGrpSpPr>
        <p:grpSpPr bwMode="auto">
          <a:xfrm flipH="0" flipV="0">
            <a:off x="7016161" y="185509"/>
            <a:ext cx="511515" cy="511515"/>
            <a:chOff x="0" y="0"/>
            <a:chExt cx="511515" cy="511515"/>
          </a:xfrm>
        </p:grpSpPr>
        <p:sp>
          <p:nvSpPr>
            <p:cNvPr id="1977806000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21313870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35368650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83844228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720070860" name=""/>
          <p:cNvGrpSpPr/>
          <p:nvPr/>
        </p:nvGrpSpPr>
        <p:grpSpPr bwMode="auto">
          <a:xfrm flipH="0" flipV="0">
            <a:off x="865296" y="142389"/>
            <a:ext cx="2105496" cy="962704"/>
            <a:chOff x="0" y="0"/>
            <a:chExt cx="2105496" cy="962704"/>
          </a:xfrm>
        </p:grpSpPr>
        <p:sp>
          <p:nvSpPr>
            <p:cNvPr id="1333599344" name=""/>
            <p:cNvSpPr/>
            <p:nvPr/>
          </p:nvSpPr>
          <p:spPr bwMode="auto">
            <a:xfrm rot="0" flipH="0" flipV="0">
              <a:off x="0" y="0"/>
              <a:ext cx="2105496" cy="962704"/>
            </a:xfrm>
            <a:custGeom>
              <a:avLst/>
              <a:gdLst/>
              <a:ahLst/>
              <a:cxnLst/>
              <a:rect l="0" t="0" r="r" b="b"/>
              <a:pathLst>
                <a:path w="1108597" h="506889" fill="norm" stroke="1" extrusionOk="0">
                  <a:moveTo>
                    <a:pt x="422487" y="0"/>
                  </a:moveTo>
                  <a:cubicBezTo>
                    <a:pt x="422487" y="0"/>
                    <a:pt x="487657" y="0"/>
                    <a:pt x="487657" y="0"/>
                  </a:cubicBezTo>
                  <a:cubicBezTo>
                    <a:pt x="487657" y="0"/>
                    <a:pt x="487657" y="65170"/>
                    <a:pt x="487657" y="65170"/>
                  </a:cubicBezTo>
                  <a:cubicBezTo>
                    <a:pt x="487657" y="65170"/>
                    <a:pt x="559505" y="65170"/>
                    <a:pt x="559505" y="65170"/>
                  </a:cubicBezTo>
                  <a:cubicBezTo>
                    <a:pt x="559505" y="65170"/>
                    <a:pt x="559505" y="130339"/>
                    <a:pt x="559505" y="130339"/>
                  </a:cubicBezTo>
                  <a:cubicBezTo>
                    <a:pt x="559505" y="130339"/>
                    <a:pt x="345711" y="130339"/>
                    <a:pt x="345711" y="130339"/>
                  </a:cubicBezTo>
                  <a:cubicBezTo>
                    <a:pt x="345711" y="130339"/>
                    <a:pt x="345711" y="65170"/>
                    <a:pt x="345711" y="65170"/>
                  </a:cubicBezTo>
                  <a:cubicBezTo>
                    <a:pt x="345711" y="65170"/>
                    <a:pt x="422487" y="65170"/>
                    <a:pt x="422487" y="65170"/>
                  </a:cubicBezTo>
                  <a:cubicBezTo>
                    <a:pt x="422487" y="65170"/>
                    <a:pt x="422487" y="0"/>
                    <a:pt x="422487" y="0"/>
                  </a:cubicBezTo>
                  <a:close/>
                  <a:moveTo>
                    <a:pt x="281354" y="130342"/>
                  </a:moveTo>
                  <a:cubicBezTo>
                    <a:pt x="281354" y="130342"/>
                    <a:pt x="695055" y="130342"/>
                    <a:pt x="695055" y="130342"/>
                  </a:cubicBezTo>
                  <a:cubicBezTo>
                    <a:pt x="695055" y="130342"/>
                    <a:pt x="695055" y="269737"/>
                    <a:pt x="695055" y="269737"/>
                  </a:cubicBezTo>
                  <a:cubicBezTo>
                    <a:pt x="695055" y="269737"/>
                    <a:pt x="760224" y="269736"/>
                    <a:pt x="760224" y="269736"/>
                  </a:cubicBezTo>
                  <a:cubicBezTo>
                    <a:pt x="760224" y="269736"/>
                    <a:pt x="760224" y="204567"/>
                    <a:pt x="760224" y="204567"/>
                  </a:cubicBezTo>
                  <a:cubicBezTo>
                    <a:pt x="760224" y="204567"/>
                    <a:pt x="903726" y="204567"/>
                    <a:pt x="903726" y="204567"/>
                  </a:cubicBezTo>
                  <a:cubicBezTo>
                    <a:pt x="903726" y="204567"/>
                    <a:pt x="903726" y="269738"/>
                    <a:pt x="903726" y="269738"/>
                  </a:cubicBezTo>
                  <a:cubicBezTo>
                    <a:pt x="903726" y="269738"/>
                    <a:pt x="1043426" y="269738"/>
                    <a:pt x="1043426" y="269738"/>
                  </a:cubicBezTo>
                  <a:cubicBezTo>
                    <a:pt x="1043426" y="269738"/>
                    <a:pt x="1043426" y="358438"/>
                    <a:pt x="1043426" y="358438"/>
                  </a:cubicBezTo>
                  <a:cubicBezTo>
                    <a:pt x="1043426" y="358438"/>
                    <a:pt x="1108596" y="358438"/>
                    <a:pt x="1108596" y="358438"/>
                  </a:cubicBezTo>
                  <a:cubicBezTo>
                    <a:pt x="1108596" y="358438"/>
                    <a:pt x="1108596" y="423607"/>
                    <a:pt x="1108596" y="423607"/>
                  </a:cubicBezTo>
                  <a:cubicBezTo>
                    <a:pt x="1108596" y="423607"/>
                    <a:pt x="903726" y="423607"/>
                    <a:pt x="903726" y="423607"/>
                  </a:cubicBezTo>
                  <a:cubicBezTo>
                    <a:pt x="903726" y="423607"/>
                    <a:pt x="903726" y="451702"/>
                    <a:pt x="903726" y="451702"/>
                  </a:cubicBezTo>
                  <a:cubicBezTo>
                    <a:pt x="903726" y="451702"/>
                    <a:pt x="760224" y="451702"/>
                    <a:pt x="760224" y="451702"/>
                  </a:cubicBezTo>
                  <a:cubicBezTo>
                    <a:pt x="760224" y="451702"/>
                    <a:pt x="760224" y="474304"/>
                    <a:pt x="760224" y="474304"/>
                  </a:cubicBezTo>
                  <a:cubicBezTo>
                    <a:pt x="760224" y="474304"/>
                    <a:pt x="615860" y="474304"/>
                    <a:pt x="615860" y="474304"/>
                  </a:cubicBezTo>
                  <a:cubicBezTo>
                    <a:pt x="615860" y="474304"/>
                    <a:pt x="615860" y="506889"/>
                    <a:pt x="615860" y="506889"/>
                  </a:cubicBezTo>
                  <a:cubicBezTo>
                    <a:pt x="615860" y="506889"/>
                    <a:pt x="227068" y="506889"/>
                    <a:pt x="227068" y="506889"/>
                  </a:cubicBezTo>
                  <a:cubicBezTo>
                    <a:pt x="227068" y="506889"/>
                    <a:pt x="227069" y="456193"/>
                    <a:pt x="227069" y="456193"/>
                  </a:cubicBezTo>
                  <a:cubicBezTo>
                    <a:pt x="227069" y="456193"/>
                    <a:pt x="0" y="456193"/>
                    <a:pt x="0" y="456193"/>
                  </a:cubicBezTo>
                  <a:cubicBezTo>
                    <a:pt x="0" y="456193"/>
                    <a:pt x="0" y="391023"/>
                    <a:pt x="0" y="391023"/>
                  </a:cubicBezTo>
                  <a:cubicBezTo>
                    <a:pt x="0" y="391023"/>
                    <a:pt x="67559" y="391023"/>
                    <a:pt x="67559" y="391023"/>
                  </a:cubicBezTo>
                  <a:cubicBezTo>
                    <a:pt x="67559" y="391023"/>
                    <a:pt x="67559" y="325853"/>
                    <a:pt x="67559" y="325853"/>
                  </a:cubicBezTo>
                  <a:cubicBezTo>
                    <a:pt x="67559" y="325853"/>
                    <a:pt x="131918" y="325853"/>
                    <a:pt x="131918" y="325853"/>
                  </a:cubicBezTo>
                  <a:cubicBezTo>
                    <a:pt x="131918" y="325853"/>
                    <a:pt x="131918" y="260683"/>
                    <a:pt x="131918" y="260683"/>
                  </a:cubicBezTo>
                  <a:cubicBezTo>
                    <a:pt x="131918" y="260683"/>
                    <a:pt x="227068" y="260683"/>
                    <a:pt x="227068" y="260683"/>
                  </a:cubicBezTo>
                  <a:cubicBezTo>
                    <a:pt x="227068" y="260683"/>
                    <a:pt x="227068" y="195513"/>
                    <a:pt x="227068" y="195513"/>
                  </a:cubicBezTo>
                  <a:cubicBezTo>
                    <a:pt x="227068" y="195513"/>
                    <a:pt x="281354" y="195513"/>
                    <a:pt x="281354" y="195513"/>
                  </a:cubicBezTo>
                  <a:cubicBezTo>
                    <a:pt x="281354" y="195513"/>
                    <a:pt x="281354" y="130342"/>
                    <a:pt x="281354" y="1303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1095302488" name=""/>
            <p:cNvSpPr/>
            <p:nvPr/>
          </p:nvSpPr>
          <p:spPr bwMode="auto">
            <a:xfrm rot="0" flipH="0" flipV="0">
              <a:off x="142338" y="493155"/>
              <a:ext cx="1963153" cy="469548"/>
            </a:xfrm>
            <a:custGeom>
              <a:avLst/>
              <a:gdLst/>
              <a:ahLst/>
              <a:cxnLst/>
              <a:rect l="0" t="0" r="r" b="b"/>
              <a:pathLst>
                <a:path w="1033651" h="247230" fill="norm" stroke="1" extrusionOk="0">
                  <a:moveTo>
                    <a:pt x="597646" y="104565"/>
                  </a:moveTo>
                  <a:cubicBezTo>
                    <a:pt x="597646" y="104565"/>
                    <a:pt x="666702" y="104565"/>
                    <a:pt x="666702" y="104565"/>
                  </a:cubicBezTo>
                  <a:cubicBezTo>
                    <a:pt x="666702" y="104565"/>
                    <a:pt x="666702" y="173621"/>
                    <a:pt x="666702" y="173621"/>
                  </a:cubicBezTo>
                  <a:cubicBezTo>
                    <a:pt x="666702" y="173621"/>
                    <a:pt x="597646" y="173621"/>
                    <a:pt x="597646" y="173621"/>
                  </a:cubicBezTo>
                  <a:cubicBezTo>
                    <a:pt x="597646" y="173621"/>
                    <a:pt x="597646" y="104565"/>
                    <a:pt x="597646" y="104565"/>
                  </a:cubicBezTo>
                  <a:close/>
                  <a:moveTo>
                    <a:pt x="305981" y="0"/>
                  </a:moveTo>
                  <a:cubicBezTo>
                    <a:pt x="305981" y="0"/>
                    <a:pt x="375036" y="0"/>
                    <a:pt x="375036" y="0"/>
                  </a:cubicBezTo>
                  <a:cubicBezTo>
                    <a:pt x="375036" y="0"/>
                    <a:pt x="375036" y="57754"/>
                    <a:pt x="375036" y="57754"/>
                  </a:cubicBezTo>
                  <a:cubicBezTo>
                    <a:pt x="375036" y="57754"/>
                    <a:pt x="415244" y="57754"/>
                    <a:pt x="415244" y="57754"/>
                  </a:cubicBezTo>
                  <a:cubicBezTo>
                    <a:pt x="415244" y="57754"/>
                    <a:pt x="415244" y="119215"/>
                    <a:pt x="415244" y="119215"/>
                  </a:cubicBezTo>
                  <a:cubicBezTo>
                    <a:pt x="415244" y="119215"/>
                    <a:pt x="484630" y="119215"/>
                    <a:pt x="484630" y="119215"/>
                  </a:cubicBezTo>
                  <a:cubicBezTo>
                    <a:pt x="484630" y="119215"/>
                    <a:pt x="484630" y="174079"/>
                    <a:pt x="484630" y="174079"/>
                  </a:cubicBezTo>
                  <a:cubicBezTo>
                    <a:pt x="484630" y="174079"/>
                    <a:pt x="817078" y="174079"/>
                    <a:pt x="817078" y="174079"/>
                  </a:cubicBezTo>
                  <a:cubicBezTo>
                    <a:pt x="817078" y="174079"/>
                    <a:pt x="817078" y="118616"/>
                    <a:pt x="817078" y="118616"/>
                  </a:cubicBezTo>
                  <a:cubicBezTo>
                    <a:pt x="817078" y="118616"/>
                    <a:pt x="1033651" y="118616"/>
                    <a:pt x="1033651" y="118616"/>
                  </a:cubicBezTo>
                  <a:cubicBezTo>
                    <a:pt x="1033651" y="118616"/>
                    <a:pt x="1033651" y="187673"/>
                    <a:pt x="1033651" y="187673"/>
                  </a:cubicBezTo>
                  <a:cubicBezTo>
                    <a:pt x="1033651" y="187673"/>
                    <a:pt x="832102" y="187673"/>
                    <a:pt x="832102" y="187673"/>
                  </a:cubicBezTo>
                  <a:cubicBezTo>
                    <a:pt x="832102" y="187673"/>
                    <a:pt x="832102" y="247230"/>
                    <a:pt x="832102" y="247230"/>
                  </a:cubicBezTo>
                  <a:cubicBezTo>
                    <a:pt x="832102" y="247230"/>
                    <a:pt x="0" y="247230"/>
                    <a:pt x="0" y="247230"/>
                  </a:cubicBezTo>
                  <a:cubicBezTo>
                    <a:pt x="0" y="247230"/>
                    <a:pt x="0" y="174079"/>
                    <a:pt x="0" y="174079"/>
                  </a:cubicBezTo>
                  <a:cubicBezTo>
                    <a:pt x="0" y="174079"/>
                    <a:pt x="100584" y="174077"/>
                    <a:pt x="100584" y="174077"/>
                  </a:cubicBezTo>
                  <a:cubicBezTo>
                    <a:pt x="100584" y="174077"/>
                    <a:pt x="100584" y="119215"/>
                    <a:pt x="100584" y="119215"/>
                  </a:cubicBezTo>
                  <a:cubicBezTo>
                    <a:pt x="100584" y="119215"/>
                    <a:pt x="265775" y="119215"/>
                    <a:pt x="265775" y="119215"/>
                  </a:cubicBezTo>
                  <a:cubicBezTo>
                    <a:pt x="265775" y="119215"/>
                    <a:pt x="265775" y="57754"/>
                    <a:pt x="265775" y="57754"/>
                  </a:cubicBezTo>
                  <a:cubicBezTo>
                    <a:pt x="265775" y="57754"/>
                    <a:pt x="305981" y="57753"/>
                    <a:pt x="305981" y="57753"/>
                  </a:cubicBezTo>
                  <a:cubicBezTo>
                    <a:pt x="305981" y="57753"/>
                    <a:pt x="305981" y="0"/>
                    <a:pt x="3059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</p:grpSp>
      <p:sp>
        <p:nvSpPr>
          <p:cNvPr id="1655872322" name=""/>
          <p:cNvSpPr/>
          <p:nvPr/>
        </p:nvSpPr>
        <p:spPr bwMode="auto">
          <a:xfrm>
            <a:off x="1070345" y="4271212"/>
            <a:ext cx="1302797" cy="1421076"/>
          </a:xfrm>
          <a:custGeom>
            <a:avLst/>
            <a:gdLst/>
            <a:ahLst/>
            <a:cxnLst/>
            <a:rect l="0" t="0" r="r" b="b"/>
            <a:pathLst>
              <a:path w="1302800" h="1421080" fill="norm" stroke="1" extrusionOk="0">
                <a:moveTo>
                  <a:pt x="1030670" y="936081"/>
                </a:moveTo>
                <a:cubicBezTo>
                  <a:pt x="1076805" y="899784"/>
                  <a:pt x="1170385" y="940607"/>
                  <a:pt x="1237972" y="1026514"/>
                </a:cubicBezTo>
                <a:cubicBezTo>
                  <a:pt x="1305560" y="1112421"/>
                  <a:pt x="1323212" y="1212980"/>
                  <a:pt x="1277077" y="1249277"/>
                </a:cubicBezTo>
                <a:cubicBezTo>
                  <a:pt x="1272677" y="1252739"/>
                  <a:pt x="1267845" y="1255499"/>
                  <a:pt x="1262645" y="1257585"/>
                </a:cubicBezTo>
                <a:cubicBezTo>
                  <a:pt x="1262645" y="1257585"/>
                  <a:pt x="1264125" y="1259467"/>
                  <a:pt x="1264125" y="1259467"/>
                </a:cubicBezTo>
                <a:cubicBezTo>
                  <a:pt x="925324" y="1520086"/>
                  <a:pt x="431784" y="1459159"/>
                  <a:pt x="166873" y="1122442"/>
                </a:cubicBezTo>
                <a:cubicBezTo>
                  <a:pt x="-98039" y="785724"/>
                  <a:pt x="-41100" y="291708"/>
                  <a:pt x="291934" y="23762"/>
                </a:cubicBezTo>
                <a:cubicBezTo>
                  <a:pt x="291934" y="23762"/>
                  <a:pt x="293172" y="25335"/>
                  <a:pt x="293172" y="25335"/>
                </a:cubicBezTo>
                <a:cubicBezTo>
                  <a:pt x="296424" y="20772"/>
                  <a:pt x="300244" y="16726"/>
                  <a:pt x="304644" y="13264"/>
                </a:cubicBezTo>
                <a:cubicBezTo>
                  <a:pt x="350779" y="-23032"/>
                  <a:pt x="444359" y="17790"/>
                  <a:pt x="511946" y="103697"/>
                </a:cubicBezTo>
                <a:cubicBezTo>
                  <a:pt x="579534" y="189604"/>
                  <a:pt x="597186" y="290163"/>
                  <a:pt x="551051" y="326460"/>
                </a:cubicBezTo>
                <a:cubicBezTo>
                  <a:pt x="544807" y="331372"/>
                  <a:pt x="537693" y="334872"/>
                  <a:pt x="529893" y="337039"/>
                </a:cubicBezTo>
                <a:cubicBezTo>
                  <a:pt x="370900" y="472471"/>
                  <a:pt x="345634" y="713911"/>
                  <a:pt x="475817" y="879380"/>
                </a:cubicBezTo>
                <a:cubicBezTo>
                  <a:pt x="605823" y="1044626"/>
                  <a:pt x="845959" y="1077028"/>
                  <a:pt x="1014971" y="954953"/>
                </a:cubicBezTo>
                <a:cubicBezTo>
                  <a:pt x="1018972" y="947541"/>
                  <a:pt x="1024192" y="941177"/>
                  <a:pt x="1030670" y="936081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  <a:effectLst/>
        </p:spPr>
        <p:txBody>
          <a:bodyPr/>
          <a:p>
            <a:pPr>
              <a:defRPr/>
            </a:pPr>
            <a:endParaRPr/>
          </a:p>
        </p:txBody>
      </p:sp>
      <p:grpSp>
        <p:nvGrpSpPr>
          <p:cNvPr id="468388547" name=""/>
          <p:cNvGrpSpPr/>
          <p:nvPr/>
        </p:nvGrpSpPr>
        <p:grpSpPr bwMode="auto">
          <a:xfrm rot="19308310" flipH="0" flipV="0">
            <a:off x="695876" y="4114145"/>
            <a:ext cx="901116" cy="1572687"/>
            <a:chOff x="0" y="0"/>
            <a:chExt cx="901116" cy="1572687"/>
          </a:xfrm>
        </p:grpSpPr>
        <p:sp>
          <p:nvSpPr>
            <p:cNvPr id="113857203" name=""/>
            <p:cNvSpPr/>
            <p:nvPr/>
          </p:nvSpPr>
          <p:spPr bwMode="auto">
            <a:xfrm>
              <a:off x="0" y="388"/>
              <a:ext cx="777627" cy="1572295"/>
            </a:xfrm>
            <a:custGeom>
              <a:avLst/>
              <a:gdLst/>
              <a:ahLst/>
              <a:cxnLst/>
              <a:rect l="0" t="0" r="r" b="b"/>
              <a:pathLst>
                <a:path w="963533" h="1948179" fill="norm" stroke="1" extrusionOk="0">
                  <a:moveTo>
                    <a:pt x="0" y="974090"/>
                  </a:moveTo>
                  <a:cubicBezTo>
                    <a:pt x="0" y="443230"/>
                    <a:pt x="433935" y="5776"/>
                    <a:pt x="963533" y="0"/>
                  </a:cubicBezTo>
                  <a:cubicBezTo>
                    <a:pt x="963533" y="0"/>
                    <a:pt x="963533" y="487131"/>
                    <a:pt x="963533" y="487131"/>
                  </a:cubicBezTo>
                  <a:cubicBezTo>
                    <a:pt x="701148" y="492861"/>
                    <a:pt x="487073" y="710435"/>
                    <a:pt x="487073" y="974090"/>
                  </a:cubicBezTo>
                  <a:cubicBezTo>
                    <a:pt x="487073" y="1237743"/>
                    <a:pt x="701148" y="1455317"/>
                    <a:pt x="963533" y="1461047"/>
                  </a:cubicBezTo>
                  <a:cubicBezTo>
                    <a:pt x="963533" y="1461047"/>
                    <a:pt x="963533" y="1948179"/>
                    <a:pt x="963533" y="1948179"/>
                  </a:cubicBezTo>
                  <a:cubicBezTo>
                    <a:pt x="433935" y="1942402"/>
                    <a:pt x="0" y="1504948"/>
                    <a:pt x="0" y="974090"/>
                  </a:cubicBezTo>
                  <a:close/>
                </a:path>
              </a:pathLst>
            </a:custGeom>
            <a:solidFill>
              <a:schemeClr val="accent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1447536144" name=""/>
            <p:cNvSpPr/>
            <p:nvPr/>
          </p:nvSpPr>
          <p:spPr bwMode="auto">
            <a:xfrm rot="0" flipH="0" flipV="0">
              <a:off x="687100" y="0"/>
              <a:ext cx="214011" cy="398503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36566867" name=""/>
            <p:cNvSpPr/>
            <p:nvPr/>
          </p:nvSpPr>
          <p:spPr bwMode="auto">
            <a:xfrm rot="0" flipH="0" flipV="0">
              <a:off x="687100" y="1174179"/>
              <a:ext cx="214011" cy="398503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62326173" name=""/>
          <p:cNvSpPr/>
          <p:nvPr/>
        </p:nvSpPr>
        <p:spPr bwMode="auto">
          <a:xfrm flipH="1" flipV="0">
            <a:off x="9590526" y="3065985"/>
            <a:ext cx="975312" cy="1063863"/>
          </a:xfrm>
          <a:custGeom>
            <a:avLst/>
            <a:gdLst/>
            <a:ahLst/>
            <a:cxnLst/>
            <a:rect l="0" t="0" r="r" b="b"/>
            <a:pathLst>
              <a:path w="1302800" h="1421080" fill="norm" stroke="1" extrusionOk="0">
                <a:moveTo>
                  <a:pt x="1030670" y="936081"/>
                </a:moveTo>
                <a:cubicBezTo>
                  <a:pt x="1076805" y="899784"/>
                  <a:pt x="1170385" y="940607"/>
                  <a:pt x="1237972" y="1026514"/>
                </a:cubicBezTo>
                <a:cubicBezTo>
                  <a:pt x="1305560" y="1112421"/>
                  <a:pt x="1323212" y="1212980"/>
                  <a:pt x="1277077" y="1249277"/>
                </a:cubicBezTo>
                <a:cubicBezTo>
                  <a:pt x="1272677" y="1252739"/>
                  <a:pt x="1267845" y="1255499"/>
                  <a:pt x="1262645" y="1257585"/>
                </a:cubicBezTo>
                <a:cubicBezTo>
                  <a:pt x="1262645" y="1257585"/>
                  <a:pt x="1264125" y="1259467"/>
                  <a:pt x="1264125" y="1259467"/>
                </a:cubicBezTo>
                <a:cubicBezTo>
                  <a:pt x="925324" y="1520086"/>
                  <a:pt x="431784" y="1459159"/>
                  <a:pt x="166873" y="1122442"/>
                </a:cubicBezTo>
                <a:cubicBezTo>
                  <a:pt x="-98039" y="785724"/>
                  <a:pt x="-41100" y="291708"/>
                  <a:pt x="291934" y="23762"/>
                </a:cubicBezTo>
                <a:cubicBezTo>
                  <a:pt x="291934" y="23762"/>
                  <a:pt x="293172" y="25335"/>
                  <a:pt x="293172" y="25335"/>
                </a:cubicBezTo>
                <a:cubicBezTo>
                  <a:pt x="296424" y="20772"/>
                  <a:pt x="300244" y="16726"/>
                  <a:pt x="304644" y="13264"/>
                </a:cubicBezTo>
                <a:cubicBezTo>
                  <a:pt x="350779" y="-23032"/>
                  <a:pt x="444359" y="17790"/>
                  <a:pt x="511946" y="103697"/>
                </a:cubicBezTo>
                <a:cubicBezTo>
                  <a:pt x="579534" y="189604"/>
                  <a:pt x="597186" y="290163"/>
                  <a:pt x="551051" y="326460"/>
                </a:cubicBezTo>
                <a:cubicBezTo>
                  <a:pt x="544807" y="331372"/>
                  <a:pt x="537693" y="334872"/>
                  <a:pt x="529893" y="337039"/>
                </a:cubicBezTo>
                <a:cubicBezTo>
                  <a:pt x="370900" y="472471"/>
                  <a:pt x="345634" y="713911"/>
                  <a:pt x="475817" y="879380"/>
                </a:cubicBezTo>
                <a:cubicBezTo>
                  <a:pt x="605823" y="1044626"/>
                  <a:pt x="845959" y="1077028"/>
                  <a:pt x="1014971" y="954953"/>
                </a:cubicBezTo>
                <a:cubicBezTo>
                  <a:pt x="1018972" y="947541"/>
                  <a:pt x="1024192" y="941177"/>
                  <a:pt x="1030670" y="936081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  <a:effectLst/>
        </p:spPr>
        <p:txBody>
          <a:bodyPr/>
          <a:p>
            <a:pPr>
              <a:defRPr/>
            </a:pPr>
            <a:endParaRPr/>
          </a:p>
        </p:txBody>
      </p:sp>
      <p:grpSp>
        <p:nvGrpSpPr>
          <p:cNvPr id="101258730" name=""/>
          <p:cNvGrpSpPr/>
          <p:nvPr/>
        </p:nvGrpSpPr>
        <p:grpSpPr bwMode="auto">
          <a:xfrm rot="10083219" flipH="0" flipV="0">
            <a:off x="9810114" y="2580229"/>
            <a:ext cx="718566" cy="1254096"/>
            <a:chOff x="0" y="0"/>
            <a:chExt cx="718566" cy="1254096"/>
          </a:xfrm>
        </p:grpSpPr>
        <p:sp>
          <p:nvSpPr>
            <p:cNvPr id="1969561316" name=""/>
            <p:cNvSpPr/>
            <p:nvPr/>
          </p:nvSpPr>
          <p:spPr bwMode="auto">
            <a:xfrm>
              <a:off x="0" y="309"/>
              <a:ext cx="620095" cy="1253782"/>
            </a:xfrm>
            <a:custGeom>
              <a:avLst/>
              <a:gdLst/>
              <a:ahLst/>
              <a:cxnLst/>
              <a:rect l="0" t="0" r="r" b="b"/>
              <a:pathLst>
                <a:path w="963533" h="1948179" fill="norm" stroke="1" extrusionOk="0">
                  <a:moveTo>
                    <a:pt x="0" y="974090"/>
                  </a:moveTo>
                  <a:cubicBezTo>
                    <a:pt x="0" y="443230"/>
                    <a:pt x="433935" y="5776"/>
                    <a:pt x="963533" y="0"/>
                  </a:cubicBezTo>
                  <a:cubicBezTo>
                    <a:pt x="963533" y="0"/>
                    <a:pt x="963533" y="487131"/>
                    <a:pt x="963533" y="487131"/>
                  </a:cubicBezTo>
                  <a:cubicBezTo>
                    <a:pt x="701148" y="492861"/>
                    <a:pt x="487073" y="710435"/>
                    <a:pt x="487073" y="974090"/>
                  </a:cubicBezTo>
                  <a:cubicBezTo>
                    <a:pt x="487073" y="1237743"/>
                    <a:pt x="701148" y="1455317"/>
                    <a:pt x="963533" y="1461047"/>
                  </a:cubicBezTo>
                  <a:cubicBezTo>
                    <a:pt x="963533" y="1461047"/>
                    <a:pt x="963533" y="1948179"/>
                    <a:pt x="963533" y="1948179"/>
                  </a:cubicBezTo>
                  <a:cubicBezTo>
                    <a:pt x="433935" y="1942402"/>
                    <a:pt x="0" y="1504948"/>
                    <a:pt x="0" y="97409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1673898281" name=""/>
            <p:cNvSpPr/>
            <p:nvPr/>
          </p:nvSpPr>
          <p:spPr bwMode="auto">
            <a:xfrm rot="0" flipH="0" flipV="0">
              <a:off x="547911" y="0"/>
              <a:ext cx="170658" cy="317774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26603133" name=""/>
            <p:cNvSpPr/>
            <p:nvPr/>
          </p:nvSpPr>
          <p:spPr bwMode="auto">
            <a:xfrm rot="0" flipH="0" flipV="0">
              <a:off x="547911" y="936315"/>
              <a:ext cx="170658" cy="317774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999908667" name=""/>
          <p:cNvSpPr/>
          <p:nvPr/>
        </p:nvSpPr>
        <p:spPr bwMode="auto">
          <a:xfrm rot="0" flipH="0" flipV="0">
            <a:off x="740226" y="6340590"/>
            <a:ext cx="371471" cy="523872"/>
          </a:xfrm>
          <a:prstGeom prst="parallelogram">
            <a:avLst>
              <a:gd name="adj" fmla="val 36110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0673404" name=""/>
          <p:cNvSpPr/>
          <p:nvPr/>
        </p:nvSpPr>
        <p:spPr bwMode="auto">
          <a:xfrm rot="0" flipH="0" flipV="0">
            <a:off x="325621" y="6340590"/>
            <a:ext cx="371471" cy="523872"/>
          </a:xfrm>
          <a:prstGeom prst="parallelogram">
            <a:avLst>
              <a:gd name="adj" fmla="val 36110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05230246" name=""/>
          <p:cNvSpPr/>
          <p:nvPr/>
        </p:nvSpPr>
        <p:spPr bwMode="auto">
          <a:xfrm rot="1685424">
            <a:off x="10001723" y="4777776"/>
            <a:ext cx="1396994" cy="1476370"/>
          </a:xfrm>
          <a:custGeom>
            <a:avLst/>
            <a:gdLst/>
            <a:ahLst/>
            <a:cxnLst/>
            <a:rect l="0" t="0" r="r" b="b"/>
            <a:pathLst>
              <a:path w="1396998" h="1476374" fill="norm" stroke="1" extrusionOk="0">
                <a:moveTo>
                  <a:pt x="0" y="0"/>
                </a:moveTo>
                <a:cubicBezTo>
                  <a:pt x="0" y="0"/>
                  <a:pt x="1080696" y="0"/>
                  <a:pt x="1080696" y="0"/>
                </a:cubicBezTo>
                <a:cubicBezTo>
                  <a:pt x="1080696" y="0"/>
                  <a:pt x="1396997" y="297693"/>
                  <a:pt x="1396997" y="297693"/>
                </a:cubicBezTo>
                <a:cubicBezTo>
                  <a:pt x="1396997" y="297693"/>
                  <a:pt x="1396997" y="1476373"/>
                  <a:pt x="1396997" y="1476373"/>
                </a:cubicBezTo>
                <a:cubicBezTo>
                  <a:pt x="1396997" y="1476373"/>
                  <a:pt x="0" y="1476373"/>
                  <a:pt x="0" y="1476373"/>
                </a:cubicBezTo>
                <a:cubicBezTo>
                  <a:pt x="0" y="1476373"/>
                  <a:pt x="0" y="0"/>
                  <a:pt x="0" y="0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</p:spPr>
      </p:sp>
      <p:grpSp>
        <p:nvGrpSpPr>
          <p:cNvPr id="2111156740" name=""/>
          <p:cNvGrpSpPr/>
          <p:nvPr/>
        </p:nvGrpSpPr>
        <p:grpSpPr bwMode="auto">
          <a:xfrm rot="1546195">
            <a:off x="9827910" y="4789574"/>
            <a:ext cx="1396998" cy="1476371"/>
            <a:chOff x="0" y="0"/>
            <a:chExt cx="1396998" cy="1476371"/>
          </a:xfrm>
        </p:grpSpPr>
        <p:grpSp>
          <p:nvGrpSpPr>
            <p:cNvPr id="1467041002" name=""/>
            <p:cNvGrpSpPr/>
            <p:nvPr/>
          </p:nvGrpSpPr>
          <p:grpSpPr bwMode="auto">
            <a:xfrm>
              <a:off x="0" y="0"/>
              <a:ext cx="1396998" cy="1476371"/>
              <a:chOff x="0" y="0"/>
              <a:chExt cx="1396998" cy="1476371"/>
            </a:xfrm>
          </p:grpSpPr>
          <p:sp>
            <p:nvSpPr>
              <p:cNvPr id="192016780" name=""/>
              <p:cNvSpPr/>
              <p:nvPr/>
            </p:nvSpPr>
            <p:spPr bwMode="auto">
              <a:xfrm>
                <a:off x="0" y="0"/>
                <a:ext cx="1396998" cy="1476371"/>
              </a:xfrm>
              <a:custGeom>
                <a:avLst/>
                <a:gdLst/>
                <a:ahLst/>
                <a:cxnLst/>
                <a:rect l="0" t="0" r="r" b="b"/>
                <a:pathLst>
                  <a:path w="1396999" h="1476375" fill="norm" stroke="1" extrusionOk="0">
                    <a:moveTo>
                      <a:pt x="0" y="0"/>
                    </a:moveTo>
                    <a:cubicBezTo>
                      <a:pt x="0" y="0"/>
                      <a:pt x="1080697" y="0"/>
                      <a:pt x="1080697" y="0"/>
                    </a:cubicBezTo>
                    <a:cubicBezTo>
                      <a:pt x="1080697" y="0"/>
                      <a:pt x="1396998" y="297694"/>
                      <a:pt x="1396998" y="297694"/>
                    </a:cubicBezTo>
                    <a:cubicBezTo>
                      <a:pt x="1396998" y="297694"/>
                      <a:pt x="1396998" y="1476374"/>
                      <a:pt x="1396998" y="1476374"/>
                    </a:cubicBezTo>
                    <a:cubicBezTo>
                      <a:pt x="1396998" y="1476374"/>
                      <a:pt x="0" y="1476374"/>
                      <a:pt x="0" y="1476374"/>
                    </a:cubicBezTo>
                    <a:cubicBezTo>
                      <a:pt x="0" y="1476374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D966"/>
              </a:solidFill>
              <a:ln w="38099" cap="flat" cmpd="sng" algn="ctr">
                <a:solidFill>
                  <a:schemeClr val="tx2">
                    <a:lumMod val="50196"/>
                  </a:schemeClr>
                </a:solidFill>
                <a:prstDash val="solid"/>
                <a:miter lim="800000"/>
              </a:ln>
            </p:spPr>
          </p:sp>
          <p:sp>
            <p:nvSpPr>
              <p:cNvPr id="1744633153" name=""/>
              <p:cNvSpPr/>
              <p:nvPr/>
            </p:nvSpPr>
            <p:spPr bwMode="auto">
              <a:xfrm rot="0" flipH="0" flipV="0">
                <a:off x="1091232" y="41985"/>
                <a:ext cx="270486" cy="257526"/>
              </a:xfrm>
              <a:custGeom>
                <a:avLst/>
                <a:gdLst/>
                <a:ahLst/>
                <a:cxnLst/>
                <a:rect l="0" t="0" r="r" b="b"/>
                <a:pathLst>
                  <a:path w="43200" h="43200" fill="norm" stroke="1" extrusionOk="0">
                    <a:moveTo>
                      <a:pt x="0" y="43200"/>
                    </a:moveTo>
                    <a:lnTo>
                      <a:pt x="892" y="0"/>
                    </a:lnTo>
                    <a:lnTo>
                      <a:pt x="43200" y="40572"/>
                    </a:lnTo>
                    <a:lnTo>
                      <a:pt x="0" y="43200"/>
                    </a:lnTo>
                    <a:close/>
                  </a:path>
                </a:pathLst>
              </a:custGeom>
              <a:solidFill>
                <a:schemeClr val="bg1"/>
              </a:solidFill>
              <a:ln w="38099" cap="flat" cmpd="sng" algn="ctr">
                <a:solidFill>
                  <a:schemeClr val="tx2">
                    <a:lumMod val="50196"/>
                  </a:schemeClr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1874169131" name=""/>
            <p:cNvGrpSpPr/>
            <p:nvPr/>
          </p:nvGrpSpPr>
          <p:grpSpPr bwMode="auto">
            <a:xfrm rot="0" flipH="0" flipV="0">
              <a:off x="230768" y="260006"/>
              <a:ext cx="935449" cy="956352"/>
              <a:chOff x="0" y="0"/>
              <a:chExt cx="935449" cy="956352"/>
            </a:xfrm>
          </p:grpSpPr>
          <p:sp>
            <p:nvSpPr>
              <p:cNvPr id="1635995407" name=""/>
              <p:cNvSpPr/>
              <p:nvPr/>
            </p:nvSpPr>
            <p:spPr bwMode="auto">
              <a:xfrm rot="0" flipH="0" flipV="0">
                <a:off x="198515" y="67673"/>
                <a:ext cx="66169" cy="66169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/>
              </a:p>
            </p:txBody>
          </p:sp>
          <p:sp>
            <p:nvSpPr>
              <p:cNvPr id="1145667436" name=""/>
              <p:cNvSpPr/>
              <p:nvPr/>
            </p:nvSpPr>
            <p:spPr bwMode="auto">
              <a:xfrm rot="0" flipH="0" flipV="0">
                <a:off x="264690" y="0"/>
                <a:ext cx="406062" cy="67673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49419113" name=""/>
              <p:cNvSpPr/>
              <p:nvPr/>
            </p:nvSpPr>
            <p:spPr bwMode="auto">
              <a:xfrm rot="0" flipH="0" flipV="0">
                <a:off x="670756" y="67673"/>
                <a:ext cx="66169" cy="66169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4255275" name=""/>
              <p:cNvSpPr/>
              <p:nvPr/>
            </p:nvSpPr>
            <p:spPr bwMode="auto">
              <a:xfrm rot="0" flipH="0" flipV="0">
                <a:off x="736930" y="133848"/>
                <a:ext cx="66169" cy="66169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0140650" name=""/>
              <p:cNvSpPr/>
              <p:nvPr/>
            </p:nvSpPr>
            <p:spPr bwMode="auto">
              <a:xfrm rot="0" flipH="0" flipV="0">
                <a:off x="132345" y="133848"/>
                <a:ext cx="66169" cy="66169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150166165" name=""/>
              <p:cNvSpPr/>
              <p:nvPr/>
            </p:nvSpPr>
            <p:spPr bwMode="auto">
              <a:xfrm rot="0" flipH="0" flipV="0">
                <a:off x="66169" y="200020"/>
                <a:ext cx="66169" cy="15031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84576520" name=""/>
              <p:cNvSpPr/>
              <p:nvPr/>
            </p:nvSpPr>
            <p:spPr bwMode="auto">
              <a:xfrm rot="0" flipH="0" flipV="0">
                <a:off x="803106" y="200020"/>
                <a:ext cx="66169" cy="15031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814390450" name=""/>
              <p:cNvSpPr/>
              <p:nvPr/>
            </p:nvSpPr>
            <p:spPr bwMode="auto">
              <a:xfrm rot="0" flipH="0" flipV="0">
                <a:off x="869276" y="350343"/>
                <a:ext cx="66169" cy="255663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675107809" name=""/>
              <p:cNvSpPr/>
              <p:nvPr/>
            </p:nvSpPr>
            <p:spPr bwMode="auto">
              <a:xfrm rot="0" flipH="0" flipV="0">
                <a:off x="0" y="350343"/>
                <a:ext cx="66169" cy="255663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460703981" name=""/>
              <p:cNvSpPr/>
              <p:nvPr/>
            </p:nvSpPr>
            <p:spPr bwMode="auto">
              <a:xfrm rot="0" flipH="0" flipV="0">
                <a:off x="66169" y="606008"/>
                <a:ext cx="66169" cy="15031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94445592" name=""/>
              <p:cNvSpPr/>
              <p:nvPr/>
            </p:nvSpPr>
            <p:spPr bwMode="auto">
              <a:xfrm rot="0" flipH="0" flipV="0">
                <a:off x="803106" y="606008"/>
                <a:ext cx="66169" cy="15031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658417564" name=""/>
              <p:cNvSpPr/>
              <p:nvPr/>
            </p:nvSpPr>
            <p:spPr bwMode="auto">
              <a:xfrm rot="0" flipH="0" flipV="0">
                <a:off x="736930" y="756327"/>
                <a:ext cx="66169" cy="66169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63754378" name=""/>
              <p:cNvSpPr/>
              <p:nvPr/>
            </p:nvSpPr>
            <p:spPr bwMode="auto">
              <a:xfrm rot="0" flipH="0" flipV="0">
                <a:off x="136595" y="756327"/>
                <a:ext cx="66169" cy="66169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35476454" name=""/>
              <p:cNvSpPr/>
              <p:nvPr/>
            </p:nvSpPr>
            <p:spPr bwMode="auto">
              <a:xfrm rot="0" flipH="0" flipV="0">
                <a:off x="605055" y="822501"/>
                <a:ext cx="131870" cy="66169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81945789" name=""/>
              <p:cNvSpPr/>
              <p:nvPr/>
            </p:nvSpPr>
            <p:spPr bwMode="auto">
              <a:xfrm rot="0" flipH="0" flipV="0">
                <a:off x="202770" y="822501"/>
                <a:ext cx="131870" cy="66169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81029366" name=""/>
              <p:cNvSpPr/>
              <p:nvPr/>
            </p:nvSpPr>
            <p:spPr bwMode="auto">
              <a:xfrm rot="0" flipH="0" flipV="0">
                <a:off x="334647" y="888678"/>
                <a:ext cx="270408" cy="67673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3929163" name=""/>
              <p:cNvSpPr/>
              <p:nvPr/>
            </p:nvSpPr>
            <p:spPr bwMode="auto">
              <a:xfrm rot="0" flipH="0" flipV="0">
                <a:off x="330867" y="276822"/>
                <a:ext cx="66169" cy="20134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14631664" name=""/>
              <p:cNvSpPr/>
              <p:nvPr/>
            </p:nvSpPr>
            <p:spPr bwMode="auto">
              <a:xfrm rot="0" flipH="0" flipV="0">
                <a:off x="538409" y="276822"/>
                <a:ext cx="66169" cy="201348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8794785" name=""/>
              <p:cNvSpPr/>
              <p:nvPr/>
            </p:nvSpPr>
            <p:spPr bwMode="auto">
              <a:xfrm rot="0" flipH="0" flipV="0">
                <a:off x="334647" y="617450"/>
                <a:ext cx="270408" cy="67673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33943785" name=""/>
              <p:cNvSpPr/>
              <p:nvPr/>
            </p:nvSpPr>
            <p:spPr bwMode="auto">
              <a:xfrm rot="0" flipH="0" flipV="0">
                <a:off x="268706" y="551277"/>
                <a:ext cx="66169" cy="66169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1984210" name=""/>
              <p:cNvSpPr/>
              <p:nvPr/>
            </p:nvSpPr>
            <p:spPr bwMode="auto">
              <a:xfrm rot="0" flipH="0" flipV="0">
                <a:off x="604584" y="551277"/>
                <a:ext cx="66169" cy="66169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grpSp>
        <p:nvGrpSpPr>
          <p:cNvPr id="214069619" name=""/>
          <p:cNvGrpSpPr/>
          <p:nvPr/>
        </p:nvGrpSpPr>
        <p:grpSpPr bwMode="auto">
          <a:xfrm rot="16199932">
            <a:off x="10967782" y="16004"/>
            <a:ext cx="714375" cy="714375"/>
            <a:chOff x="0" y="0"/>
            <a:chExt cx="714375" cy="714375"/>
          </a:xfrm>
        </p:grpSpPr>
        <p:sp>
          <p:nvSpPr>
            <p:cNvPr id="1215690826" name=""/>
            <p:cNvSpPr/>
            <p:nvPr/>
          </p:nvSpPr>
          <p:spPr bwMode="auto">
            <a:xfrm rot="0" flipH="0" flipV="0">
              <a:off x="0" y="476245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25460087" name=""/>
            <p:cNvSpPr/>
            <p:nvPr/>
          </p:nvSpPr>
          <p:spPr bwMode="auto">
            <a:xfrm rot="0" flipH="0" flipV="0">
              <a:off x="238123" y="238122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50425860" name=""/>
            <p:cNvSpPr/>
            <p:nvPr/>
          </p:nvSpPr>
          <p:spPr bwMode="auto">
            <a:xfrm rot="0" flipH="0" flipV="0">
              <a:off x="476246" y="0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  <p:grpSp>
        <p:nvGrpSpPr>
          <p:cNvPr id="444881581" name=""/>
          <p:cNvGrpSpPr/>
          <p:nvPr/>
        </p:nvGrpSpPr>
        <p:grpSpPr bwMode="auto">
          <a:xfrm flipH="0" flipV="0">
            <a:off x="10668840" y="2714230"/>
            <a:ext cx="1536021" cy="1351359"/>
            <a:chOff x="0" y="0"/>
            <a:chExt cx="1536021" cy="1351359"/>
          </a:xfrm>
        </p:grpSpPr>
        <p:sp>
          <p:nvSpPr>
            <p:cNvPr id="339555941" name=""/>
            <p:cNvSpPr/>
            <p:nvPr/>
          </p:nvSpPr>
          <p:spPr bwMode="auto">
            <a:xfrm>
              <a:off x="0" y="0"/>
              <a:ext cx="1536021" cy="1351359"/>
            </a:xfrm>
            <a:custGeom>
              <a:avLst/>
              <a:gdLst/>
              <a:ahLst/>
              <a:cxnLst/>
              <a:rect l="0" t="0" r="r" b="b"/>
              <a:pathLst>
                <a:path w="1809131" h="1591634" fill="norm" stroke="1" extrusionOk="0">
                  <a:moveTo>
                    <a:pt x="1326610" y="0"/>
                  </a:moveTo>
                  <a:cubicBezTo>
                    <a:pt x="1326610" y="0"/>
                    <a:pt x="1531244" y="0"/>
                    <a:pt x="1531244" y="0"/>
                  </a:cubicBezTo>
                  <a:cubicBezTo>
                    <a:pt x="1531244" y="0"/>
                    <a:pt x="1531244" y="204633"/>
                    <a:pt x="1531244" y="204633"/>
                  </a:cubicBezTo>
                  <a:cubicBezTo>
                    <a:pt x="1531244" y="204633"/>
                    <a:pt x="1756847" y="204633"/>
                    <a:pt x="1756847" y="204633"/>
                  </a:cubicBezTo>
                  <a:cubicBezTo>
                    <a:pt x="1756847" y="204633"/>
                    <a:pt x="1756847" y="409265"/>
                    <a:pt x="1756847" y="409265"/>
                  </a:cubicBezTo>
                  <a:cubicBezTo>
                    <a:pt x="1756847" y="409265"/>
                    <a:pt x="1085534" y="409265"/>
                    <a:pt x="1085534" y="409265"/>
                  </a:cubicBezTo>
                  <a:cubicBezTo>
                    <a:pt x="1085534" y="409265"/>
                    <a:pt x="1085534" y="204633"/>
                    <a:pt x="1085534" y="204633"/>
                  </a:cubicBezTo>
                  <a:cubicBezTo>
                    <a:pt x="1085534" y="204633"/>
                    <a:pt x="1326610" y="204633"/>
                    <a:pt x="1326610" y="204633"/>
                  </a:cubicBezTo>
                  <a:cubicBezTo>
                    <a:pt x="1326610" y="204633"/>
                    <a:pt x="1326610" y="0"/>
                    <a:pt x="1326610" y="0"/>
                  </a:cubicBezTo>
                  <a:close/>
                  <a:moveTo>
                    <a:pt x="883452" y="409273"/>
                  </a:moveTo>
                  <a:cubicBezTo>
                    <a:pt x="883452" y="409273"/>
                    <a:pt x="1809131" y="409273"/>
                    <a:pt x="1809131" y="409273"/>
                  </a:cubicBezTo>
                  <a:cubicBezTo>
                    <a:pt x="1809131" y="409273"/>
                    <a:pt x="1809130" y="1591633"/>
                    <a:pt x="1809130" y="1591633"/>
                  </a:cubicBezTo>
                  <a:cubicBezTo>
                    <a:pt x="1809130" y="1591633"/>
                    <a:pt x="712994" y="1591633"/>
                    <a:pt x="712994" y="1591633"/>
                  </a:cubicBezTo>
                  <a:cubicBezTo>
                    <a:pt x="712994" y="1591633"/>
                    <a:pt x="712997" y="1432449"/>
                    <a:pt x="712997" y="1432449"/>
                  </a:cubicBezTo>
                  <a:cubicBezTo>
                    <a:pt x="712997" y="1432449"/>
                    <a:pt x="0" y="1432449"/>
                    <a:pt x="0" y="1432449"/>
                  </a:cubicBezTo>
                  <a:cubicBezTo>
                    <a:pt x="0" y="1432449"/>
                    <a:pt x="0" y="1227814"/>
                    <a:pt x="0" y="1227814"/>
                  </a:cubicBezTo>
                  <a:cubicBezTo>
                    <a:pt x="0" y="1227814"/>
                    <a:pt x="212134" y="1227814"/>
                    <a:pt x="212134" y="1227814"/>
                  </a:cubicBezTo>
                  <a:cubicBezTo>
                    <a:pt x="212134" y="1227814"/>
                    <a:pt x="212134" y="1023180"/>
                    <a:pt x="212134" y="1023180"/>
                  </a:cubicBezTo>
                  <a:cubicBezTo>
                    <a:pt x="212134" y="1023180"/>
                    <a:pt x="414223" y="1023180"/>
                    <a:pt x="414223" y="1023180"/>
                  </a:cubicBezTo>
                  <a:cubicBezTo>
                    <a:pt x="414223" y="1023180"/>
                    <a:pt x="414223" y="818545"/>
                    <a:pt x="414223" y="818545"/>
                  </a:cubicBezTo>
                  <a:cubicBezTo>
                    <a:pt x="414223" y="818545"/>
                    <a:pt x="712994" y="818545"/>
                    <a:pt x="712994" y="818545"/>
                  </a:cubicBezTo>
                  <a:cubicBezTo>
                    <a:pt x="712994" y="818545"/>
                    <a:pt x="712994" y="613911"/>
                    <a:pt x="712994" y="613911"/>
                  </a:cubicBezTo>
                  <a:cubicBezTo>
                    <a:pt x="712994" y="613911"/>
                    <a:pt x="883452" y="613911"/>
                    <a:pt x="883452" y="613911"/>
                  </a:cubicBezTo>
                  <a:cubicBezTo>
                    <a:pt x="883452" y="613911"/>
                    <a:pt x="883452" y="409273"/>
                    <a:pt x="883452" y="409273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schemeClr val="accent1">
                  <a:lumMod val="50000"/>
                  <a:alpha val="40000"/>
                </a:schemeClr>
              </a:outerShdw>
            </a:effectLst>
          </p:spPr>
        </p:sp>
        <p:sp>
          <p:nvSpPr>
            <p:cNvPr id="1204598660" name=""/>
            <p:cNvSpPr/>
            <p:nvPr/>
          </p:nvSpPr>
          <p:spPr bwMode="auto">
            <a:xfrm>
              <a:off x="188249" y="684073"/>
              <a:ext cx="1347768" cy="659107"/>
            </a:xfrm>
            <a:custGeom>
              <a:avLst/>
              <a:gdLst/>
              <a:ahLst/>
              <a:cxnLst/>
              <a:rect l="0" t="0" r="r" b="b"/>
              <a:pathLst>
                <a:path w="1587407" h="776302" fill="norm" stroke="1" extrusionOk="0">
                  <a:moveTo>
                    <a:pt x="960781" y="0"/>
                  </a:moveTo>
                  <a:cubicBezTo>
                    <a:pt x="960781" y="0"/>
                    <a:pt x="1177614" y="0"/>
                    <a:pt x="1177614" y="0"/>
                  </a:cubicBezTo>
                  <a:cubicBezTo>
                    <a:pt x="1177614" y="0"/>
                    <a:pt x="1177614" y="181348"/>
                    <a:pt x="1177614" y="181348"/>
                  </a:cubicBezTo>
                  <a:cubicBezTo>
                    <a:pt x="1177614" y="181348"/>
                    <a:pt x="1303868" y="181348"/>
                    <a:pt x="1303868" y="181348"/>
                  </a:cubicBezTo>
                  <a:cubicBezTo>
                    <a:pt x="1303868" y="181348"/>
                    <a:pt x="1303868" y="374334"/>
                    <a:pt x="1303868" y="374334"/>
                  </a:cubicBezTo>
                  <a:cubicBezTo>
                    <a:pt x="1303868" y="374334"/>
                    <a:pt x="1521740" y="374334"/>
                    <a:pt x="1521740" y="374334"/>
                  </a:cubicBezTo>
                  <a:cubicBezTo>
                    <a:pt x="1521740" y="374334"/>
                    <a:pt x="1521740" y="546608"/>
                    <a:pt x="1521740" y="546608"/>
                  </a:cubicBezTo>
                  <a:cubicBezTo>
                    <a:pt x="1521740" y="546608"/>
                    <a:pt x="1587406" y="546608"/>
                    <a:pt x="1587406" y="546608"/>
                  </a:cubicBezTo>
                  <a:cubicBezTo>
                    <a:pt x="1587406" y="546608"/>
                    <a:pt x="1587406" y="776302"/>
                    <a:pt x="1587406" y="776302"/>
                  </a:cubicBezTo>
                  <a:cubicBezTo>
                    <a:pt x="1587406" y="776302"/>
                    <a:pt x="0" y="776302"/>
                    <a:pt x="0" y="776302"/>
                  </a:cubicBezTo>
                  <a:cubicBezTo>
                    <a:pt x="0" y="776302"/>
                    <a:pt x="0" y="546608"/>
                    <a:pt x="0" y="546608"/>
                  </a:cubicBezTo>
                  <a:cubicBezTo>
                    <a:pt x="0" y="546608"/>
                    <a:pt x="315834" y="546601"/>
                    <a:pt x="315834" y="546601"/>
                  </a:cubicBezTo>
                  <a:cubicBezTo>
                    <a:pt x="315834" y="546601"/>
                    <a:pt x="315834" y="374334"/>
                    <a:pt x="315834" y="374334"/>
                  </a:cubicBezTo>
                  <a:cubicBezTo>
                    <a:pt x="315834" y="374334"/>
                    <a:pt x="834534" y="374334"/>
                    <a:pt x="834534" y="374334"/>
                  </a:cubicBezTo>
                  <a:cubicBezTo>
                    <a:pt x="834534" y="374334"/>
                    <a:pt x="834534" y="181348"/>
                    <a:pt x="834534" y="181348"/>
                  </a:cubicBezTo>
                  <a:cubicBezTo>
                    <a:pt x="834534" y="181348"/>
                    <a:pt x="960781" y="181344"/>
                    <a:pt x="960781" y="181344"/>
                  </a:cubicBezTo>
                  <a:cubicBezTo>
                    <a:pt x="960781" y="181344"/>
                    <a:pt x="960781" y="0"/>
                    <a:pt x="9607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schemeClr val="accent1">
                  <a:lumMod val="50000"/>
                  <a:alpha val="40000"/>
                </a:schemeClr>
              </a:outerShdw>
            </a:effectLst>
          </p:spPr>
        </p:sp>
      </p:grpSp>
      <p:sp>
        <p:nvSpPr>
          <p:cNvPr id="1533692603" name=""/>
          <p:cNvSpPr/>
          <p:nvPr/>
        </p:nvSpPr>
        <p:spPr bwMode="auto">
          <a:xfrm rot="0" flipH="0" flipV="0">
            <a:off x="11684268" y="702478"/>
            <a:ext cx="238122" cy="238122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4111788" name=""/>
          <p:cNvSpPr/>
          <p:nvPr/>
        </p:nvSpPr>
        <p:spPr bwMode="auto">
          <a:xfrm rot="0" flipH="0" flipV="0">
            <a:off x="11922392" y="904307"/>
            <a:ext cx="238122" cy="238122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08889852" name=""/>
          <p:cNvSpPr/>
          <p:nvPr/>
        </p:nvSpPr>
        <p:spPr bwMode="auto">
          <a:xfrm rot="2452144" flipH="0" flipV="0">
            <a:off x="10103820" y="82113"/>
            <a:ext cx="516621" cy="141502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9358" y="3712"/>
                </a:moveTo>
                <a:cubicBezTo>
                  <a:pt x="19358" y="3712"/>
                  <a:pt x="31709" y="811"/>
                  <a:pt x="38709" y="55"/>
                </a:cubicBezTo>
                <a:cubicBezTo>
                  <a:pt x="38595" y="-55"/>
                  <a:pt x="43200" y="1132"/>
                  <a:pt x="43200" y="1132"/>
                </a:cubicBezTo>
                <a:cubicBezTo>
                  <a:pt x="43200" y="1132"/>
                  <a:pt x="37143" y="22423"/>
                  <a:pt x="37143" y="22423"/>
                </a:cubicBezTo>
                <a:cubicBezTo>
                  <a:pt x="37143" y="22423"/>
                  <a:pt x="16158" y="23607"/>
                  <a:pt x="16158" y="23607"/>
                </a:cubicBezTo>
                <a:cubicBezTo>
                  <a:pt x="16158" y="23607"/>
                  <a:pt x="5361" y="43072"/>
                  <a:pt x="5163" y="43199"/>
                </a:cubicBezTo>
                <a:cubicBezTo>
                  <a:pt x="5163" y="43200"/>
                  <a:pt x="0" y="19892"/>
                  <a:pt x="0" y="19892"/>
                </a:cubicBezTo>
                <a:cubicBezTo>
                  <a:pt x="0" y="19892"/>
                  <a:pt x="19358" y="19344"/>
                  <a:pt x="19358" y="19344"/>
                </a:cubicBezTo>
                <a:cubicBezTo>
                  <a:pt x="19358" y="19344"/>
                  <a:pt x="19358" y="3712"/>
                  <a:pt x="19358" y="3712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</p:spPr>
      </p:sp>
      <p:grpSp>
        <p:nvGrpSpPr>
          <p:cNvPr id="703515996" name=""/>
          <p:cNvGrpSpPr/>
          <p:nvPr/>
        </p:nvGrpSpPr>
        <p:grpSpPr bwMode="auto">
          <a:xfrm rot="2452144" flipH="0" flipV="0">
            <a:off x="9899010" y="-42401"/>
            <a:ext cx="582696" cy="1367225"/>
            <a:chOff x="0" y="0"/>
            <a:chExt cx="582696" cy="1367225"/>
          </a:xfrm>
        </p:grpSpPr>
        <p:sp>
          <p:nvSpPr>
            <p:cNvPr id="1234352602" name=""/>
            <p:cNvSpPr/>
            <p:nvPr/>
          </p:nvSpPr>
          <p:spPr bwMode="auto">
            <a:xfrm rot="0" flipH="0" flipV="0">
              <a:off x="66071" y="0"/>
              <a:ext cx="516621" cy="1367225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9358" y="3712"/>
                  </a:moveTo>
                  <a:cubicBezTo>
                    <a:pt x="19358" y="3712"/>
                    <a:pt x="31709" y="811"/>
                    <a:pt x="38709" y="55"/>
                  </a:cubicBezTo>
                  <a:cubicBezTo>
                    <a:pt x="38595" y="-55"/>
                    <a:pt x="43200" y="1132"/>
                    <a:pt x="43200" y="1132"/>
                  </a:cubicBezTo>
                  <a:cubicBezTo>
                    <a:pt x="43200" y="1132"/>
                    <a:pt x="37143" y="22423"/>
                    <a:pt x="37143" y="22423"/>
                  </a:cubicBezTo>
                  <a:cubicBezTo>
                    <a:pt x="37143" y="22423"/>
                    <a:pt x="16158" y="23607"/>
                    <a:pt x="16158" y="23607"/>
                  </a:cubicBezTo>
                  <a:cubicBezTo>
                    <a:pt x="16158" y="23607"/>
                    <a:pt x="5361" y="43072"/>
                    <a:pt x="5163" y="43199"/>
                  </a:cubicBezTo>
                  <a:cubicBezTo>
                    <a:pt x="5163" y="43200"/>
                    <a:pt x="0" y="19892"/>
                    <a:pt x="0" y="19892"/>
                  </a:cubicBezTo>
                  <a:cubicBezTo>
                    <a:pt x="0" y="19892"/>
                    <a:pt x="19358" y="19344"/>
                    <a:pt x="19358" y="19344"/>
                  </a:cubicBezTo>
                  <a:cubicBezTo>
                    <a:pt x="19358" y="19344"/>
                    <a:pt x="19358" y="3712"/>
                    <a:pt x="19358" y="3712"/>
                  </a:cubicBezTo>
                  <a:close/>
                </a:path>
              </a:pathLst>
            </a:cu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</p:sp>
        <p:sp>
          <p:nvSpPr>
            <p:cNvPr id="1298697433" name=""/>
            <p:cNvSpPr/>
            <p:nvPr/>
          </p:nvSpPr>
          <p:spPr bwMode="auto">
            <a:xfrm rot="0">
              <a:off x="0" y="10041"/>
              <a:ext cx="516627" cy="1347136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9362" y="2530"/>
                  </a:moveTo>
                  <a:cubicBezTo>
                    <a:pt x="19362" y="2530"/>
                    <a:pt x="43200" y="0"/>
                    <a:pt x="43200" y="0"/>
                  </a:cubicBezTo>
                  <a:cubicBezTo>
                    <a:pt x="43200" y="0"/>
                    <a:pt x="37144" y="20880"/>
                    <a:pt x="37144" y="20880"/>
                  </a:cubicBezTo>
                  <a:cubicBezTo>
                    <a:pt x="37144" y="20880"/>
                    <a:pt x="16162" y="22043"/>
                    <a:pt x="16162" y="22043"/>
                  </a:cubicBezTo>
                  <a:cubicBezTo>
                    <a:pt x="16162" y="22043"/>
                    <a:pt x="10432" y="43072"/>
                    <a:pt x="10234" y="43199"/>
                  </a:cubicBezTo>
                  <a:cubicBezTo>
                    <a:pt x="10234" y="43200"/>
                    <a:pt x="0" y="18399"/>
                    <a:pt x="0" y="18399"/>
                  </a:cubicBezTo>
                  <a:cubicBezTo>
                    <a:pt x="0" y="18399"/>
                    <a:pt x="19362" y="17861"/>
                    <a:pt x="19362" y="17861"/>
                  </a:cubicBezTo>
                  <a:cubicBezTo>
                    <a:pt x="19362" y="17861"/>
                    <a:pt x="19362" y="2530"/>
                    <a:pt x="19362" y="2530"/>
                  </a:cubicBezTo>
                  <a:close/>
                </a:path>
              </a:pathLst>
            </a:custGeom>
            <a:solidFill>
              <a:srgbClr val="FFD966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</p:sp>
      </p:grpSp>
      <p:grpSp>
        <p:nvGrpSpPr>
          <p:cNvPr id="350138228" name=""/>
          <p:cNvGrpSpPr/>
          <p:nvPr/>
        </p:nvGrpSpPr>
        <p:grpSpPr bwMode="auto">
          <a:xfrm flipH="0" flipV="0">
            <a:off x="310459" y="2568987"/>
            <a:ext cx="2715095" cy="1241435"/>
            <a:chOff x="0" y="0"/>
            <a:chExt cx="2715095" cy="1241435"/>
          </a:xfrm>
        </p:grpSpPr>
        <p:sp>
          <p:nvSpPr>
            <p:cNvPr id="1854969131" name=""/>
            <p:cNvSpPr/>
            <p:nvPr/>
          </p:nvSpPr>
          <p:spPr bwMode="auto">
            <a:xfrm rot="0" flipH="0" flipV="0">
              <a:off x="0" y="0"/>
              <a:ext cx="2715095" cy="1241435"/>
            </a:xfrm>
            <a:custGeom>
              <a:avLst/>
              <a:gdLst/>
              <a:ahLst/>
              <a:cxnLst/>
              <a:rect l="0" t="0" r="r" b="b"/>
              <a:pathLst>
                <a:path w="1108597" h="506889" fill="norm" stroke="1" extrusionOk="0">
                  <a:moveTo>
                    <a:pt x="422487" y="0"/>
                  </a:moveTo>
                  <a:cubicBezTo>
                    <a:pt x="422487" y="0"/>
                    <a:pt x="487657" y="0"/>
                    <a:pt x="487657" y="0"/>
                  </a:cubicBezTo>
                  <a:cubicBezTo>
                    <a:pt x="487657" y="0"/>
                    <a:pt x="487657" y="65170"/>
                    <a:pt x="487657" y="65170"/>
                  </a:cubicBezTo>
                  <a:cubicBezTo>
                    <a:pt x="487657" y="65170"/>
                    <a:pt x="559505" y="65170"/>
                    <a:pt x="559505" y="65170"/>
                  </a:cubicBezTo>
                  <a:cubicBezTo>
                    <a:pt x="559505" y="65170"/>
                    <a:pt x="559505" y="130339"/>
                    <a:pt x="559505" y="130339"/>
                  </a:cubicBezTo>
                  <a:cubicBezTo>
                    <a:pt x="559505" y="130339"/>
                    <a:pt x="345711" y="130339"/>
                    <a:pt x="345711" y="130339"/>
                  </a:cubicBezTo>
                  <a:cubicBezTo>
                    <a:pt x="345711" y="130339"/>
                    <a:pt x="345711" y="65170"/>
                    <a:pt x="345711" y="65170"/>
                  </a:cubicBezTo>
                  <a:cubicBezTo>
                    <a:pt x="345711" y="65170"/>
                    <a:pt x="422487" y="65170"/>
                    <a:pt x="422487" y="65170"/>
                  </a:cubicBezTo>
                  <a:cubicBezTo>
                    <a:pt x="422487" y="65170"/>
                    <a:pt x="422487" y="0"/>
                    <a:pt x="422487" y="0"/>
                  </a:cubicBezTo>
                  <a:close/>
                  <a:moveTo>
                    <a:pt x="281354" y="130342"/>
                  </a:moveTo>
                  <a:cubicBezTo>
                    <a:pt x="281354" y="130342"/>
                    <a:pt x="695055" y="130342"/>
                    <a:pt x="695055" y="130342"/>
                  </a:cubicBezTo>
                  <a:cubicBezTo>
                    <a:pt x="695055" y="130342"/>
                    <a:pt x="695055" y="269737"/>
                    <a:pt x="695055" y="269737"/>
                  </a:cubicBezTo>
                  <a:cubicBezTo>
                    <a:pt x="695055" y="269737"/>
                    <a:pt x="760224" y="269736"/>
                    <a:pt x="760224" y="269736"/>
                  </a:cubicBezTo>
                  <a:cubicBezTo>
                    <a:pt x="760224" y="269736"/>
                    <a:pt x="760224" y="204567"/>
                    <a:pt x="760224" y="204567"/>
                  </a:cubicBezTo>
                  <a:cubicBezTo>
                    <a:pt x="760224" y="204567"/>
                    <a:pt x="903726" y="204567"/>
                    <a:pt x="903726" y="204567"/>
                  </a:cubicBezTo>
                  <a:cubicBezTo>
                    <a:pt x="903726" y="204567"/>
                    <a:pt x="903726" y="269738"/>
                    <a:pt x="903726" y="269738"/>
                  </a:cubicBezTo>
                  <a:cubicBezTo>
                    <a:pt x="903726" y="269738"/>
                    <a:pt x="1043426" y="269738"/>
                    <a:pt x="1043426" y="269738"/>
                  </a:cubicBezTo>
                  <a:cubicBezTo>
                    <a:pt x="1043426" y="269738"/>
                    <a:pt x="1043426" y="358438"/>
                    <a:pt x="1043426" y="358438"/>
                  </a:cubicBezTo>
                  <a:cubicBezTo>
                    <a:pt x="1043426" y="358438"/>
                    <a:pt x="1108596" y="358438"/>
                    <a:pt x="1108596" y="358438"/>
                  </a:cubicBezTo>
                  <a:cubicBezTo>
                    <a:pt x="1108596" y="358438"/>
                    <a:pt x="1108596" y="423607"/>
                    <a:pt x="1108596" y="423607"/>
                  </a:cubicBezTo>
                  <a:cubicBezTo>
                    <a:pt x="1108596" y="423607"/>
                    <a:pt x="903726" y="423607"/>
                    <a:pt x="903726" y="423607"/>
                  </a:cubicBezTo>
                  <a:cubicBezTo>
                    <a:pt x="903726" y="423607"/>
                    <a:pt x="903726" y="451702"/>
                    <a:pt x="903726" y="451702"/>
                  </a:cubicBezTo>
                  <a:cubicBezTo>
                    <a:pt x="903726" y="451702"/>
                    <a:pt x="760224" y="451702"/>
                    <a:pt x="760224" y="451702"/>
                  </a:cubicBezTo>
                  <a:cubicBezTo>
                    <a:pt x="760224" y="451702"/>
                    <a:pt x="760224" y="474304"/>
                    <a:pt x="760224" y="474304"/>
                  </a:cubicBezTo>
                  <a:cubicBezTo>
                    <a:pt x="760224" y="474304"/>
                    <a:pt x="615860" y="474304"/>
                    <a:pt x="615860" y="474304"/>
                  </a:cubicBezTo>
                  <a:cubicBezTo>
                    <a:pt x="615860" y="474304"/>
                    <a:pt x="615860" y="506889"/>
                    <a:pt x="615860" y="506889"/>
                  </a:cubicBezTo>
                  <a:cubicBezTo>
                    <a:pt x="615860" y="506889"/>
                    <a:pt x="227068" y="506889"/>
                    <a:pt x="227068" y="506889"/>
                  </a:cubicBezTo>
                  <a:cubicBezTo>
                    <a:pt x="227068" y="506889"/>
                    <a:pt x="227069" y="456193"/>
                    <a:pt x="227069" y="456193"/>
                  </a:cubicBezTo>
                  <a:cubicBezTo>
                    <a:pt x="227069" y="456193"/>
                    <a:pt x="0" y="456193"/>
                    <a:pt x="0" y="456193"/>
                  </a:cubicBezTo>
                  <a:cubicBezTo>
                    <a:pt x="0" y="456193"/>
                    <a:pt x="0" y="391023"/>
                    <a:pt x="0" y="391023"/>
                  </a:cubicBezTo>
                  <a:cubicBezTo>
                    <a:pt x="0" y="391023"/>
                    <a:pt x="67559" y="391023"/>
                    <a:pt x="67559" y="391023"/>
                  </a:cubicBezTo>
                  <a:cubicBezTo>
                    <a:pt x="67559" y="391023"/>
                    <a:pt x="67559" y="325853"/>
                    <a:pt x="67559" y="325853"/>
                  </a:cubicBezTo>
                  <a:cubicBezTo>
                    <a:pt x="67559" y="325853"/>
                    <a:pt x="131918" y="325853"/>
                    <a:pt x="131918" y="325853"/>
                  </a:cubicBezTo>
                  <a:cubicBezTo>
                    <a:pt x="131918" y="325853"/>
                    <a:pt x="131918" y="260683"/>
                    <a:pt x="131918" y="260683"/>
                  </a:cubicBezTo>
                  <a:cubicBezTo>
                    <a:pt x="131918" y="260683"/>
                    <a:pt x="227068" y="260683"/>
                    <a:pt x="227068" y="260683"/>
                  </a:cubicBezTo>
                  <a:cubicBezTo>
                    <a:pt x="227068" y="260683"/>
                    <a:pt x="227068" y="195513"/>
                    <a:pt x="227068" y="195513"/>
                  </a:cubicBezTo>
                  <a:cubicBezTo>
                    <a:pt x="227068" y="195513"/>
                    <a:pt x="281354" y="195513"/>
                    <a:pt x="281354" y="195513"/>
                  </a:cubicBezTo>
                  <a:cubicBezTo>
                    <a:pt x="281354" y="195513"/>
                    <a:pt x="281354" y="130342"/>
                    <a:pt x="281354" y="1303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2700000" sx="100000" sy="100000" algn="tl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221717891" name=""/>
            <p:cNvSpPr/>
            <p:nvPr/>
          </p:nvSpPr>
          <p:spPr bwMode="auto">
            <a:xfrm rot="0" flipH="0" flipV="0">
              <a:off x="183549" y="635940"/>
              <a:ext cx="2531542" cy="605494"/>
            </a:xfrm>
            <a:custGeom>
              <a:avLst/>
              <a:gdLst/>
              <a:ahLst/>
              <a:cxnLst/>
              <a:rect l="0" t="0" r="r" b="b"/>
              <a:pathLst>
                <a:path w="1033651" h="247230" fill="norm" stroke="1" extrusionOk="0">
                  <a:moveTo>
                    <a:pt x="597646" y="104565"/>
                  </a:moveTo>
                  <a:cubicBezTo>
                    <a:pt x="597646" y="104565"/>
                    <a:pt x="666702" y="104565"/>
                    <a:pt x="666702" y="104565"/>
                  </a:cubicBezTo>
                  <a:cubicBezTo>
                    <a:pt x="666702" y="104565"/>
                    <a:pt x="666702" y="173621"/>
                    <a:pt x="666702" y="173621"/>
                  </a:cubicBezTo>
                  <a:cubicBezTo>
                    <a:pt x="666702" y="173621"/>
                    <a:pt x="597646" y="173621"/>
                    <a:pt x="597646" y="173621"/>
                  </a:cubicBezTo>
                  <a:cubicBezTo>
                    <a:pt x="597646" y="173621"/>
                    <a:pt x="597646" y="104565"/>
                    <a:pt x="597646" y="104565"/>
                  </a:cubicBezTo>
                  <a:close/>
                  <a:moveTo>
                    <a:pt x="305981" y="0"/>
                  </a:moveTo>
                  <a:cubicBezTo>
                    <a:pt x="305981" y="0"/>
                    <a:pt x="375036" y="0"/>
                    <a:pt x="375036" y="0"/>
                  </a:cubicBezTo>
                  <a:cubicBezTo>
                    <a:pt x="375036" y="0"/>
                    <a:pt x="375036" y="57754"/>
                    <a:pt x="375036" y="57754"/>
                  </a:cubicBezTo>
                  <a:cubicBezTo>
                    <a:pt x="375036" y="57754"/>
                    <a:pt x="415244" y="57754"/>
                    <a:pt x="415244" y="57754"/>
                  </a:cubicBezTo>
                  <a:cubicBezTo>
                    <a:pt x="415244" y="57754"/>
                    <a:pt x="415244" y="119215"/>
                    <a:pt x="415244" y="119215"/>
                  </a:cubicBezTo>
                  <a:cubicBezTo>
                    <a:pt x="415244" y="119215"/>
                    <a:pt x="484630" y="119215"/>
                    <a:pt x="484630" y="119215"/>
                  </a:cubicBezTo>
                  <a:cubicBezTo>
                    <a:pt x="484630" y="119215"/>
                    <a:pt x="484630" y="174079"/>
                    <a:pt x="484630" y="174079"/>
                  </a:cubicBezTo>
                  <a:cubicBezTo>
                    <a:pt x="484630" y="174079"/>
                    <a:pt x="817078" y="174079"/>
                    <a:pt x="817078" y="174079"/>
                  </a:cubicBezTo>
                  <a:cubicBezTo>
                    <a:pt x="817078" y="174079"/>
                    <a:pt x="817078" y="118616"/>
                    <a:pt x="817078" y="118616"/>
                  </a:cubicBezTo>
                  <a:cubicBezTo>
                    <a:pt x="817078" y="118616"/>
                    <a:pt x="1033651" y="118616"/>
                    <a:pt x="1033651" y="118616"/>
                  </a:cubicBezTo>
                  <a:cubicBezTo>
                    <a:pt x="1033651" y="118616"/>
                    <a:pt x="1033651" y="187673"/>
                    <a:pt x="1033651" y="187673"/>
                  </a:cubicBezTo>
                  <a:cubicBezTo>
                    <a:pt x="1033651" y="187673"/>
                    <a:pt x="832102" y="187673"/>
                    <a:pt x="832102" y="187673"/>
                  </a:cubicBezTo>
                  <a:cubicBezTo>
                    <a:pt x="832102" y="187673"/>
                    <a:pt x="832102" y="247230"/>
                    <a:pt x="832102" y="247230"/>
                  </a:cubicBezTo>
                  <a:cubicBezTo>
                    <a:pt x="832102" y="247230"/>
                    <a:pt x="0" y="247230"/>
                    <a:pt x="0" y="247230"/>
                  </a:cubicBezTo>
                  <a:cubicBezTo>
                    <a:pt x="0" y="247230"/>
                    <a:pt x="0" y="174079"/>
                    <a:pt x="0" y="174079"/>
                  </a:cubicBezTo>
                  <a:cubicBezTo>
                    <a:pt x="0" y="174079"/>
                    <a:pt x="100584" y="174077"/>
                    <a:pt x="100584" y="174077"/>
                  </a:cubicBezTo>
                  <a:cubicBezTo>
                    <a:pt x="100584" y="174077"/>
                    <a:pt x="100584" y="119215"/>
                    <a:pt x="100584" y="119215"/>
                  </a:cubicBezTo>
                  <a:cubicBezTo>
                    <a:pt x="100584" y="119215"/>
                    <a:pt x="265775" y="119215"/>
                    <a:pt x="265775" y="119215"/>
                  </a:cubicBezTo>
                  <a:cubicBezTo>
                    <a:pt x="265775" y="119215"/>
                    <a:pt x="265775" y="57754"/>
                    <a:pt x="265775" y="57754"/>
                  </a:cubicBezTo>
                  <a:cubicBezTo>
                    <a:pt x="265775" y="57754"/>
                    <a:pt x="305981" y="57753"/>
                    <a:pt x="305981" y="57753"/>
                  </a:cubicBezTo>
                  <a:cubicBezTo>
                    <a:pt x="305981" y="57753"/>
                    <a:pt x="305981" y="0"/>
                    <a:pt x="3059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2700000" sx="100000" sy="100000" algn="tl" rotWithShape="0">
                <a:prstClr val="black">
                  <a:alpha val="40000"/>
                </a:prstClr>
              </a:outerShdw>
            </a:effectLst>
          </p:spPr>
        </p:sp>
      </p:grpSp>
      <p:grpSp>
        <p:nvGrpSpPr>
          <p:cNvPr id="2048097541" name=""/>
          <p:cNvGrpSpPr/>
          <p:nvPr/>
        </p:nvGrpSpPr>
        <p:grpSpPr bwMode="auto">
          <a:xfrm flipH="0" flipV="0">
            <a:off x="11428510" y="6176037"/>
            <a:ext cx="511515" cy="511515"/>
            <a:chOff x="0" y="0"/>
            <a:chExt cx="511515" cy="511515"/>
          </a:xfrm>
        </p:grpSpPr>
        <p:sp>
          <p:nvSpPr>
            <p:cNvPr id="285253466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59794982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85351903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33751633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853060153" name=""/>
          <p:cNvGrpSpPr/>
          <p:nvPr/>
        </p:nvGrpSpPr>
        <p:grpSpPr bwMode="auto">
          <a:xfrm flipH="0" flipV="0">
            <a:off x="464877" y="907669"/>
            <a:ext cx="1697346" cy="1469088"/>
            <a:chOff x="0" y="0"/>
            <a:chExt cx="1697346" cy="1469088"/>
          </a:xfrm>
        </p:grpSpPr>
        <p:sp>
          <p:nvSpPr>
            <p:cNvPr id="231139105" name=""/>
            <p:cNvSpPr/>
            <p:nvPr/>
          </p:nvSpPr>
          <p:spPr bwMode="auto">
            <a:xfrm rot="19628502" flipH="0" flipV="0">
              <a:off x="479817" y="182376"/>
              <a:ext cx="1217529" cy="1286707"/>
            </a:xfrm>
            <a:custGeom>
              <a:avLst/>
              <a:gdLst/>
              <a:ahLst/>
              <a:cxnLst/>
              <a:rect l="0" t="0" r="r" b="b"/>
              <a:pathLst>
                <a:path w="1396999" h="1476375" fill="norm" stroke="1" extrusionOk="0">
                  <a:moveTo>
                    <a:pt x="0" y="0"/>
                  </a:moveTo>
                  <a:cubicBezTo>
                    <a:pt x="0" y="0"/>
                    <a:pt x="1080697" y="0"/>
                    <a:pt x="1080697" y="0"/>
                  </a:cubicBezTo>
                  <a:cubicBezTo>
                    <a:pt x="1080697" y="0"/>
                    <a:pt x="1396998" y="297694"/>
                    <a:pt x="1396998" y="297694"/>
                  </a:cubicBezTo>
                  <a:cubicBezTo>
                    <a:pt x="1396998" y="297694"/>
                    <a:pt x="1396998" y="1476374"/>
                    <a:pt x="1396998" y="1476374"/>
                  </a:cubicBezTo>
                  <a:cubicBezTo>
                    <a:pt x="1396998" y="1476374"/>
                    <a:pt x="0" y="1476374"/>
                    <a:pt x="0" y="1476374"/>
                  </a:cubicBezTo>
                  <a:cubicBezTo>
                    <a:pt x="0" y="1476374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38099" cap="flat" cmpd="sng" algn="ctr">
              <a:noFill/>
              <a:prstDash val="solid"/>
              <a:miter lim="800000"/>
            </a:ln>
          </p:spPr>
          <p:txBody>
            <a:bodyPr/>
            <a:p>
              <a:pPr>
                <a:defRPr/>
              </a:pPr>
              <a:endParaRPr/>
            </a:p>
          </p:txBody>
        </p:sp>
        <p:grpSp>
          <p:nvGrpSpPr>
            <p:cNvPr id="665670994" name=""/>
            <p:cNvGrpSpPr/>
            <p:nvPr/>
          </p:nvGrpSpPr>
          <p:grpSpPr bwMode="auto">
            <a:xfrm flipH="0" flipV="0">
              <a:off x="0" y="0"/>
              <a:ext cx="1369359" cy="1447164"/>
              <a:chOff x="0" y="0"/>
              <a:chExt cx="1369359" cy="1447164"/>
            </a:xfrm>
          </p:grpSpPr>
          <p:grpSp>
            <p:nvGrpSpPr>
              <p:cNvPr id="1122202473" name=""/>
              <p:cNvGrpSpPr/>
              <p:nvPr/>
            </p:nvGrpSpPr>
            <p:grpSpPr bwMode="auto">
              <a:xfrm rot="19628502" flipH="0" flipV="0">
                <a:off x="0" y="0"/>
                <a:ext cx="1369359" cy="1447164"/>
                <a:chOff x="0" y="0"/>
                <a:chExt cx="1369359" cy="1447164"/>
              </a:xfrm>
            </p:grpSpPr>
            <p:sp>
              <p:nvSpPr>
                <p:cNvPr id="1950852081" name=""/>
                <p:cNvSpPr/>
                <p:nvPr/>
              </p:nvSpPr>
              <p:spPr bwMode="auto">
                <a:xfrm>
                  <a:off x="0" y="0"/>
                  <a:ext cx="1369359" cy="144716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96999" h="1476375" fill="norm" stroke="1" extrusionOk="0">
                      <a:moveTo>
                        <a:pt x="0" y="0"/>
                      </a:moveTo>
                      <a:cubicBezTo>
                        <a:pt x="0" y="0"/>
                        <a:pt x="1080697" y="0"/>
                        <a:pt x="1080697" y="0"/>
                      </a:cubicBezTo>
                      <a:cubicBezTo>
                        <a:pt x="1080697" y="0"/>
                        <a:pt x="1396998" y="297694"/>
                        <a:pt x="1396998" y="297694"/>
                      </a:cubicBezTo>
                      <a:cubicBezTo>
                        <a:pt x="1396998" y="297694"/>
                        <a:pt x="1396998" y="1476374"/>
                        <a:pt x="1396998" y="1476374"/>
                      </a:cubicBezTo>
                      <a:cubicBezTo>
                        <a:pt x="1396998" y="1476374"/>
                        <a:pt x="0" y="1476374"/>
                        <a:pt x="0" y="1476374"/>
                      </a:cubicBezTo>
                      <a:cubicBezTo>
                        <a:pt x="0" y="1476374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>
                    <a:lumMod val="40000"/>
                    <a:lumOff val="60000"/>
                  </a:schemeClr>
                </a:solidFill>
                <a:ln w="38099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</p:sp>
            <p:sp>
              <p:nvSpPr>
                <p:cNvPr id="1836586597" name=""/>
                <p:cNvSpPr/>
                <p:nvPr/>
              </p:nvSpPr>
              <p:spPr bwMode="auto">
                <a:xfrm rot="0" flipH="0" flipV="0">
                  <a:off x="1069641" y="41157"/>
                  <a:ext cx="265131" cy="25242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00" h="43200" fill="norm" stroke="1" extrusionOk="0">
                      <a:moveTo>
                        <a:pt x="0" y="43200"/>
                      </a:moveTo>
                      <a:lnTo>
                        <a:pt x="892" y="0"/>
                      </a:lnTo>
                      <a:lnTo>
                        <a:pt x="43200" y="40572"/>
                      </a:lnTo>
                      <a:lnTo>
                        <a:pt x="0" y="4320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38099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sp>
            <p:nvSpPr>
              <p:cNvPr id="878151451" name=""/>
              <p:cNvSpPr/>
              <p:nvPr/>
            </p:nvSpPr>
            <p:spPr bwMode="auto">
              <a:xfrm rot="19631286" flipH="0" flipV="0">
                <a:off x="94149" y="201361"/>
                <a:ext cx="1044549" cy="951057"/>
              </a:xfrm>
              <a:prstGeom prst="star5">
                <a:avLst>
                  <a:gd name="adj" fmla="val 22949"/>
                  <a:gd name="hf" fmla="val 105146"/>
                  <a:gd name="vf" fmla="val 110557"/>
                </a:avLst>
              </a:prstGeom>
              <a:solidFill>
                <a:srgbClr val="FFD966"/>
              </a:solidFill>
              <a:ln w="38099" cap="flat" cmpd="sng" algn="ctr">
                <a:solidFill>
                  <a:schemeClr val="tx2">
                    <a:lumMod val="50196"/>
                  </a:schemeClr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sp>
        <p:nvSpPr>
          <p:cNvPr id="453360996" name=""/>
          <p:cNvSpPr/>
          <p:nvPr/>
        </p:nvSpPr>
        <p:spPr bwMode="auto">
          <a:xfrm flipH="0" flipV="0">
            <a:off x="6061071" y="6032925"/>
            <a:ext cx="2876341" cy="528430"/>
          </a:xfrm>
          <a:custGeom>
            <a:avLst/>
            <a:gdLst/>
            <a:ahLst/>
            <a:cxnLst/>
            <a:rect l="0" t="0" r="r" b="b"/>
            <a:pathLst>
              <a:path w="3529450" h="648420" fill="norm" stroke="1" extrusionOk="0">
                <a:moveTo>
                  <a:pt x="841871" y="33648"/>
                </a:moveTo>
                <a:cubicBezTo>
                  <a:pt x="867586" y="7934"/>
                  <a:pt x="902819" y="-3041"/>
                  <a:pt x="936659" y="720"/>
                </a:cubicBezTo>
                <a:cubicBezTo>
                  <a:pt x="970499" y="-3041"/>
                  <a:pt x="1005732" y="7934"/>
                  <a:pt x="1031446" y="33648"/>
                </a:cubicBezTo>
                <a:cubicBezTo>
                  <a:pt x="1031446" y="33648"/>
                  <a:pt x="1353773" y="355976"/>
                  <a:pt x="1353773" y="355976"/>
                </a:cubicBezTo>
                <a:cubicBezTo>
                  <a:pt x="1353773" y="355976"/>
                  <a:pt x="1676101" y="33648"/>
                  <a:pt x="1676101" y="33648"/>
                </a:cubicBezTo>
                <a:cubicBezTo>
                  <a:pt x="1720966" y="-11215"/>
                  <a:pt x="1794804" y="-11215"/>
                  <a:pt x="1839669" y="33648"/>
                </a:cubicBezTo>
                <a:cubicBezTo>
                  <a:pt x="1841711" y="35690"/>
                  <a:pt x="1843661" y="37793"/>
                  <a:pt x="1845518" y="39950"/>
                </a:cubicBezTo>
                <a:cubicBezTo>
                  <a:pt x="1848212" y="42188"/>
                  <a:pt x="1850825" y="44568"/>
                  <a:pt x="1853347" y="47090"/>
                </a:cubicBezTo>
                <a:cubicBezTo>
                  <a:pt x="1853347" y="47090"/>
                  <a:pt x="2175675" y="369418"/>
                  <a:pt x="2175675" y="369418"/>
                </a:cubicBezTo>
                <a:cubicBezTo>
                  <a:pt x="2175675" y="369418"/>
                  <a:pt x="2498002" y="47090"/>
                  <a:pt x="2498002" y="47090"/>
                </a:cubicBezTo>
                <a:cubicBezTo>
                  <a:pt x="2523717" y="21376"/>
                  <a:pt x="2558950" y="10400"/>
                  <a:pt x="2592790" y="14162"/>
                </a:cubicBezTo>
                <a:cubicBezTo>
                  <a:pt x="2626630" y="10400"/>
                  <a:pt x="2661863" y="21376"/>
                  <a:pt x="2687577" y="47090"/>
                </a:cubicBezTo>
                <a:cubicBezTo>
                  <a:pt x="2687577" y="47090"/>
                  <a:pt x="3009905" y="369418"/>
                  <a:pt x="3009905" y="369418"/>
                </a:cubicBezTo>
                <a:cubicBezTo>
                  <a:pt x="3009905" y="369418"/>
                  <a:pt x="3332232" y="47090"/>
                  <a:pt x="3332232" y="47090"/>
                </a:cubicBezTo>
                <a:cubicBezTo>
                  <a:pt x="3377097" y="2226"/>
                  <a:pt x="3450935" y="2226"/>
                  <a:pt x="3495800" y="47090"/>
                </a:cubicBezTo>
                <a:cubicBezTo>
                  <a:pt x="3540666" y="91956"/>
                  <a:pt x="3540666" y="165793"/>
                  <a:pt x="3495800" y="210659"/>
                </a:cubicBezTo>
                <a:cubicBezTo>
                  <a:pt x="3495799" y="210660"/>
                  <a:pt x="3091690" y="614769"/>
                  <a:pt x="3091689" y="614770"/>
                </a:cubicBezTo>
                <a:cubicBezTo>
                  <a:pt x="3046823" y="659636"/>
                  <a:pt x="2972986" y="659636"/>
                  <a:pt x="2928120" y="614770"/>
                </a:cubicBezTo>
                <a:cubicBezTo>
                  <a:pt x="2928120" y="614770"/>
                  <a:pt x="2592790" y="279440"/>
                  <a:pt x="2592790" y="279440"/>
                </a:cubicBezTo>
                <a:cubicBezTo>
                  <a:pt x="2477433" y="394797"/>
                  <a:pt x="2257460" y="614770"/>
                  <a:pt x="2257459" y="614770"/>
                </a:cubicBezTo>
                <a:cubicBezTo>
                  <a:pt x="2212593" y="659636"/>
                  <a:pt x="2138756" y="659636"/>
                  <a:pt x="2093890" y="614770"/>
                </a:cubicBezTo>
                <a:cubicBezTo>
                  <a:pt x="2093890" y="614770"/>
                  <a:pt x="1758002" y="278883"/>
                  <a:pt x="1758002" y="278883"/>
                </a:cubicBezTo>
                <a:cubicBezTo>
                  <a:pt x="1639937" y="396948"/>
                  <a:pt x="1435558" y="601327"/>
                  <a:pt x="1435558" y="601328"/>
                </a:cubicBezTo>
                <a:cubicBezTo>
                  <a:pt x="1390692" y="646194"/>
                  <a:pt x="1316855" y="646194"/>
                  <a:pt x="1271989" y="601328"/>
                </a:cubicBezTo>
                <a:cubicBezTo>
                  <a:pt x="1271989" y="601328"/>
                  <a:pt x="936659" y="265998"/>
                  <a:pt x="936659" y="265998"/>
                </a:cubicBezTo>
                <a:cubicBezTo>
                  <a:pt x="821302" y="381355"/>
                  <a:pt x="601329" y="601328"/>
                  <a:pt x="601328" y="601328"/>
                </a:cubicBezTo>
                <a:cubicBezTo>
                  <a:pt x="556462" y="646194"/>
                  <a:pt x="482625" y="646194"/>
                  <a:pt x="437759" y="601328"/>
                </a:cubicBezTo>
                <a:cubicBezTo>
                  <a:pt x="437759" y="601328"/>
                  <a:pt x="33647" y="197217"/>
                  <a:pt x="33647" y="197217"/>
                </a:cubicBezTo>
                <a:cubicBezTo>
                  <a:pt x="-11215" y="152351"/>
                  <a:pt x="-11215" y="78514"/>
                  <a:pt x="33647" y="33648"/>
                </a:cubicBezTo>
                <a:cubicBezTo>
                  <a:pt x="78513" y="-11215"/>
                  <a:pt x="152351" y="-11215"/>
                  <a:pt x="197216" y="33648"/>
                </a:cubicBezTo>
                <a:cubicBezTo>
                  <a:pt x="197216" y="33648"/>
                  <a:pt x="519544" y="355976"/>
                  <a:pt x="519544" y="355976"/>
                </a:cubicBezTo>
                <a:cubicBezTo>
                  <a:pt x="519544" y="355976"/>
                  <a:pt x="841871" y="33648"/>
                  <a:pt x="841871" y="33648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grpSp>
        <p:nvGrpSpPr>
          <p:cNvPr id="1632880815" name=""/>
          <p:cNvGrpSpPr/>
          <p:nvPr/>
        </p:nvGrpSpPr>
        <p:grpSpPr bwMode="auto">
          <a:xfrm flipH="0" flipV="0">
            <a:off x="1345617" y="5831915"/>
            <a:ext cx="511515" cy="511515"/>
            <a:chOff x="0" y="0"/>
            <a:chExt cx="511515" cy="511515"/>
          </a:xfrm>
        </p:grpSpPr>
        <p:sp>
          <p:nvSpPr>
            <p:cNvPr id="375381531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78807881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55730763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9535262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6945960" name=""/>
          <p:cNvGrpSpPr/>
          <p:nvPr/>
        </p:nvGrpSpPr>
        <p:grpSpPr bwMode="auto">
          <a:xfrm flipH="0" flipV="0">
            <a:off x="245088" y="287804"/>
            <a:ext cx="511515" cy="511515"/>
            <a:chOff x="0" y="0"/>
            <a:chExt cx="511515" cy="511515"/>
          </a:xfrm>
        </p:grpSpPr>
        <p:sp>
          <p:nvSpPr>
            <p:cNvPr id="2098944410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8679247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53555379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22430852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194777252" name=""/>
          <p:cNvSpPr/>
          <p:nvPr/>
        </p:nvSpPr>
        <p:spPr bwMode="auto">
          <a:xfrm flipH="0" flipV="0">
            <a:off x="5083976" y="616429"/>
            <a:ext cx="1487792" cy="273330"/>
          </a:xfrm>
          <a:custGeom>
            <a:avLst/>
            <a:gdLst/>
            <a:ahLst/>
            <a:cxnLst/>
            <a:rect l="0" t="0" r="r" b="b"/>
            <a:pathLst>
              <a:path w="3529450" h="648420" fill="norm" stroke="1" extrusionOk="0">
                <a:moveTo>
                  <a:pt x="841871" y="33648"/>
                </a:moveTo>
                <a:cubicBezTo>
                  <a:pt x="867586" y="7934"/>
                  <a:pt x="902819" y="-3041"/>
                  <a:pt x="936659" y="720"/>
                </a:cubicBezTo>
                <a:cubicBezTo>
                  <a:pt x="970499" y="-3041"/>
                  <a:pt x="1005732" y="7934"/>
                  <a:pt x="1031446" y="33648"/>
                </a:cubicBezTo>
                <a:cubicBezTo>
                  <a:pt x="1031446" y="33648"/>
                  <a:pt x="1353773" y="355976"/>
                  <a:pt x="1353773" y="355976"/>
                </a:cubicBezTo>
                <a:cubicBezTo>
                  <a:pt x="1353773" y="355976"/>
                  <a:pt x="1676101" y="33648"/>
                  <a:pt x="1676101" y="33648"/>
                </a:cubicBezTo>
                <a:cubicBezTo>
                  <a:pt x="1720966" y="-11215"/>
                  <a:pt x="1794804" y="-11215"/>
                  <a:pt x="1839669" y="33648"/>
                </a:cubicBezTo>
                <a:cubicBezTo>
                  <a:pt x="1841711" y="35690"/>
                  <a:pt x="1843661" y="37793"/>
                  <a:pt x="1845518" y="39950"/>
                </a:cubicBezTo>
                <a:cubicBezTo>
                  <a:pt x="1848212" y="42188"/>
                  <a:pt x="1850825" y="44568"/>
                  <a:pt x="1853347" y="47090"/>
                </a:cubicBezTo>
                <a:cubicBezTo>
                  <a:pt x="1853347" y="47090"/>
                  <a:pt x="2175675" y="369418"/>
                  <a:pt x="2175675" y="369418"/>
                </a:cubicBezTo>
                <a:cubicBezTo>
                  <a:pt x="2175675" y="369418"/>
                  <a:pt x="2498002" y="47090"/>
                  <a:pt x="2498002" y="47090"/>
                </a:cubicBezTo>
                <a:cubicBezTo>
                  <a:pt x="2523717" y="21376"/>
                  <a:pt x="2558950" y="10400"/>
                  <a:pt x="2592790" y="14162"/>
                </a:cubicBezTo>
                <a:cubicBezTo>
                  <a:pt x="2626630" y="10400"/>
                  <a:pt x="2661863" y="21376"/>
                  <a:pt x="2687577" y="47090"/>
                </a:cubicBezTo>
                <a:cubicBezTo>
                  <a:pt x="2687577" y="47090"/>
                  <a:pt x="3009905" y="369418"/>
                  <a:pt x="3009905" y="369418"/>
                </a:cubicBezTo>
                <a:cubicBezTo>
                  <a:pt x="3009905" y="369418"/>
                  <a:pt x="3332232" y="47090"/>
                  <a:pt x="3332232" y="47090"/>
                </a:cubicBezTo>
                <a:cubicBezTo>
                  <a:pt x="3377097" y="2226"/>
                  <a:pt x="3450935" y="2226"/>
                  <a:pt x="3495800" y="47090"/>
                </a:cubicBezTo>
                <a:cubicBezTo>
                  <a:pt x="3540666" y="91956"/>
                  <a:pt x="3540666" y="165793"/>
                  <a:pt x="3495800" y="210659"/>
                </a:cubicBezTo>
                <a:cubicBezTo>
                  <a:pt x="3495799" y="210660"/>
                  <a:pt x="3091690" y="614769"/>
                  <a:pt x="3091689" y="614770"/>
                </a:cubicBezTo>
                <a:cubicBezTo>
                  <a:pt x="3046823" y="659636"/>
                  <a:pt x="2972986" y="659636"/>
                  <a:pt x="2928120" y="614770"/>
                </a:cubicBezTo>
                <a:cubicBezTo>
                  <a:pt x="2928120" y="614770"/>
                  <a:pt x="2592790" y="279440"/>
                  <a:pt x="2592790" y="279440"/>
                </a:cubicBezTo>
                <a:cubicBezTo>
                  <a:pt x="2477433" y="394797"/>
                  <a:pt x="2257460" y="614770"/>
                  <a:pt x="2257459" y="614770"/>
                </a:cubicBezTo>
                <a:cubicBezTo>
                  <a:pt x="2212593" y="659636"/>
                  <a:pt x="2138756" y="659636"/>
                  <a:pt x="2093890" y="614770"/>
                </a:cubicBezTo>
                <a:cubicBezTo>
                  <a:pt x="2093890" y="614770"/>
                  <a:pt x="1758002" y="278883"/>
                  <a:pt x="1758002" y="278883"/>
                </a:cubicBezTo>
                <a:cubicBezTo>
                  <a:pt x="1639937" y="396948"/>
                  <a:pt x="1435558" y="601327"/>
                  <a:pt x="1435558" y="601328"/>
                </a:cubicBezTo>
                <a:cubicBezTo>
                  <a:pt x="1390692" y="646194"/>
                  <a:pt x="1316855" y="646194"/>
                  <a:pt x="1271989" y="601328"/>
                </a:cubicBezTo>
                <a:cubicBezTo>
                  <a:pt x="1271989" y="601328"/>
                  <a:pt x="936659" y="265998"/>
                  <a:pt x="936659" y="265998"/>
                </a:cubicBezTo>
                <a:cubicBezTo>
                  <a:pt x="821302" y="381355"/>
                  <a:pt x="601329" y="601328"/>
                  <a:pt x="601328" y="601328"/>
                </a:cubicBezTo>
                <a:cubicBezTo>
                  <a:pt x="556462" y="646194"/>
                  <a:pt x="482625" y="646194"/>
                  <a:pt x="437759" y="601328"/>
                </a:cubicBezTo>
                <a:cubicBezTo>
                  <a:pt x="437759" y="601328"/>
                  <a:pt x="33647" y="197217"/>
                  <a:pt x="33647" y="197217"/>
                </a:cubicBezTo>
                <a:cubicBezTo>
                  <a:pt x="-11215" y="152351"/>
                  <a:pt x="-11215" y="78514"/>
                  <a:pt x="33647" y="33648"/>
                </a:cubicBezTo>
                <a:cubicBezTo>
                  <a:pt x="78513" y="-11215"/>
                  <a:pt x="152351" y="-11215"/>
                  <a:pt x="197216" y="33648"/>
                </a:cubicBezTo>
                <a:cubicBezTo>
                  <a:pt x="197216" y="33648"/>
                  <a:pt x="519544" y="355976"/>
                  <a:pt x="519544" y="355976"/>
                </a:cubicBezTo>
                <a:cubicBezTo>
                  <a:pt x="519544" y="355976"/>
                  <a:pt x="841871" y="33648"/>
                  <a:pt x="841871" y="33648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62252007" name=""/>
          <p:cNvSpPr/>
          <p:nvPr/>
        </p:nvSpPr>
        <p:spPr bwMode="auto">
          <a:xfrm rot="13903070" flipH="1" flipV="0">
            <a:off x="7927705" y="318476"/>
            <a:ext cx="621428" cy="677847"/>
          </a:xfrm>
          <a:custGeom>
            <a:avLst/>
            <a:gdLst/>
            <a:ahLst/>
            <a:cxnLst/>
            <a:rect l="0" t="0" r="r" b="b"/>
            <a:pathLst>
              <a:path w="1302800" h="1421080" fill="norm" stroke="1" extrusionOk="0">
                <a:moveTo>
                  <a:pt x="1030670" y="936081"/>
                </a:moveTo>
                <a:cubicBezTo>
                  <a:pt x="1076805" y="899784"/>
                  <a:pt x="1170385" y="940607"/>
                  <a:pt x="1237972" y="1026514"/>
                </a:cubicBezTo>
                <a:cubicBezTo>
                  <a:pt x="1305560" y="1112421"/>
                  <a:pt x="1323212" y="1212980"/>
                  <a:pt x="1277077" y="1249277"/>
                </a:cubicBezTo>
                <a:cubicBezTo>
                  <a:pt x="1272677" y="1252739"/>
                  <a:pt x="1267845" y="1255499"/>
                  <a:pt x="1262645" y="1257585"/>
                </a:cubicBezTo>
                <a:cubicBezTo>
                  <a:pt x="1262645" y="1257585"/>
                  <a:pt x="1264125" y="1259467"/>
                  <a:pt x="1264125" y="1259467"/>
                </a:cubicBezTo>
                <a:cubicBezTo>
                  <a:pt x="925324" y="1520086"/>
                  <a:pt x="431784" y="1459159"/>
                  <a:pt x="166873" y="1122442"/>
                </a:cubicBezTo>
                <a:cubicBezTo>
                  <a:pt x="-98039" y="785724"/>
                  <a:pt x="-41100" y="291708"/>
                  <a:pt x="291934" y="23762"/>
                </a:cubicBezTo>
                <a:cubicBezTo>
                  <a:pt x="291934" y="23762"/>
                  <a:pt x="293172" y="25335"/>
                  <a:pt x="293172" y="25335"/>
                </a:cubicBezTo>
                <a:cubicBezTo>
                  <a:pt x="296424" y="20772"/>
                  <a:pt x="300244" y="16726"/>
                  <a:pt x="304644" y="13264"/>
                </a:cubicBezTo>
                <a:cubicBezTo>
                  <a:pt x="350779" y="-23032"/>
                  <a:pt x="444359" y="17790"/>
                  <a:pt x="511946" y="103697"/>
                </a:cubicBezTo>
                <a:cubicBezTo>
                  <a:pt x="579534" y="189604"/>
                  <a:pt x="597186" y="290163"/>
                  <a:pt x="551051" y="326460"/>
                </a:cubicBezTo>
                <a:cubicBezTo>
                  <a:pt x="544807" y="331372"/>
                  <a:pt x="537693" y="334872"/>
                  <a:pt x="529893" y="337039"/>
                </a:cubicBezTo>
                <a:cubicBezTo>
                  <a:pt x="370900" y="472471"/>
                  <a:pt x="345634" y="713911"/>
                  <a:pt x="475817" y="879380"/>
                </a:cubicBezTo>
                <a:cubicBezTo>
                  <a:pt x="605823" y="1044626"/>
                  <a:pt x="845959" y="1077028"/>
                  <a:pt x="1014971" y="954953"/>
                </a:cubicBezTo>
                <a:cubicBezTo>
                  <a:pt x="1018972" y="947541"/>
                  <a:pt x="1024192" y="941177"/>
                  <a:pt x="1030670" y="936081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  <a:effectLst/>
        </p:spPr>
        <p:txBody>
          <a:bodyPr/>
          <a:p>
            <a:pPr>
              <a:defRPr/>
            </a:pPr>
            <a:endParaRPr/>
          </a:p>
        </p:txBody>
      </p:sp>
      <p:grpSp>
        <p:nvGrpSpPr>
          <p:cNvPr id="1421343416" name=""/>
          <p:cNvGrpSpPr/>
          <p:nvPr/>
        </p:nvGrpSpPr>
        <p:grpSpPr bwMode="auto">
          <a:xfrm rot="5399942" flipH="0" flipV="0">
            <a:off x="8181505" y="167274"/>
            <a:ext cx="513882" cy="896859"/>
            <a:chOff x="0" y="0"/>
            <a:chExt cx="513882" cy="896859"/>
          </a:xfrm>
        </p:grpSpPr>
        <p:sp>
          <p:nvSpPr>
            <p:cNvPr id="90343349" name=""/>
            <p:cNvSpPr/>
            <p:nvPr/>
          </p:nvSpPr>
          <p:spPr bwMode="auto">
            <a:xfrm>
              <a:off x="0" y="220"/>
              <a:ext cx="443457" cy="896636"/>
            </a:xfrm>
            <a:custGeom>
              <a:avLst/>
              <a:gdLst/>
              <a:ahLst/>
              <a:cxnLst/>
              <a:rect l="0" t="0" r="r" b="b"/>
              <a:pathLst>
                <a:path w="963533" h="1948179" fill="norm" stroke="1" extrusionOk="0">
                  <a:moveTo>
                    <a:pt x="0" y="974090"/>
                  </a:moveTo>
                  <a:cubicBezTo>
                    <a:pt x="0" y="443230"/>
                    <a:pt x="433935" y="5776"/>
                    <a:pt x="963533" y="0"/>
                  </a:cubicBezTo>
                  <a:cubicBezTo>
                    <a:pt x="963533" y="0"/>
                    <a:pt x="963533" y="487131"/>
                    <a:pt x="963533" y="487131"/>
                  </a:cubicBezTo>
                  <a:cubicBezTo>
                    <a:pt x="701148" y="492861"/>
                    <a:pt x="487073" y="710435"/>
                    <a:pt x="487073" y="974090"/>
                  </a:cubicBezTo>
                  <a:cubicBezTo>
                    <a:pt x="487073" y="1237743"/>
                    <a:pt x="701148" y="1455317"/>
                    <a:pt x="963533" y="1461047"/>
                  </a:cubicBezTo>
                  <a:cubicBezTo>
                    <a:pt x="963533" y="1461047"/>
                    <a:pt x="963533" y="1948179"/>
                    <a:pt x="963533" y="1948179"/>
                  </a:cubicBezTo>
                  <a:cubicBezTo>
                    <a:pt x="433935" y="1942402"/>
                    <a:pt x="0" y="1504948"/>
                    <a:pt x="0" y="9740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669929498" name=""/>
            <p:cNvSpPr/>
            <p:nvPr/>
          </p:nvSpPr>
          <p:spPr bwMode="auto">
            <a:xfrm rot="0" flipH="0" flipV="0">
              <a:off x="391833" y="0"/>
              <a:ext cx="122041" cy="227253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08683106" name=""/>
            <p:cNvSpPr/>
            <p:nvPr/>
          </p:nvSpPr>
          <p:spPr bwMode="auto">
            <a:xfrm rot="0" flipH="0" flipV="0">
              <a:off x="391833" y="669601"/>
              <a:ext cx="122041" cy="227253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489608561" name=""/>
          <p:cNvGrpSpPr/>
          <p:nvPr/>
        </p:nvGrpSpPr>
        <p:grpSpPr bwMode="auto">
          <a:xfrm>
            <a:off x="10886589" y="863562"/>
            <a:ext cx="724851" cy="693505"/>
            <a:chOff x="0" y="0"/>
            <a:chExt cx="724851" cy="693505"/>
          </a:xfrm>
        </p:grpSpPr>
        <p:sp>
          <p:nvSpPr>
            <p:cNvPr id="1102925155" name=""/>
            <p:cNvSpPr/>
            <p:nvPr/>
          </p:nvSpPr>
          <p:spPr bwMode="auto">
            <a:xfrm rot="1070892" flipH="0" flipV="0">
              <a:off x="183887" y="198414"/>
              <a:ext cx="540957" cy="495091"/>
            </a:xfrm>
            <a:custGeom>
              <a:avLst/>
              <a:gdLst/>
              <a:ahLst/>
              <a:cxnLst/>
              <a:rect l="0" t="0" r="r" b="b"/>
              <a:pathLst>
                <a:path w="855842" h="783279" fill="norm" stroke="1" extrusionOk="0">
                  <a:moveTo>
                    <a:pt x="480059" y="783279"/>
                  </a:moveTo>
                  <a:cubicBezTo>
                    <a:pt x="480059" y="783279"/>
                    <a:pt x="411479" y="783279"/>
                    <a:pt x="411479" y="783279"/>
                  </a:cubicBezTo>
                  <a:cubicBezTo>
                    <a:pt x="411479" y="783279"/>
                    <a:pt x="411479" y="714700"/>
                    <a:pt x="411479" y="714700"/>
                  </a:cubicBezTo>
                  <a:cubicBezTo>
                    <a:pt x="411479" y="714700"/>
                    <a:pt x="342899" y="714700"/>
                    <a:pt x="342899" y="714700"/>
                  </a:cubicBezTo>
                  <a:cubicBezTo>
                    <a:pt x="342899" y="714700"/>
                    <a:pt x="342899" y="680409"/>
                    <a:pt x="342899" y="680409"/>
                  </a:cubicBezTo>
                  <a:cubicBezTo>
                    <a:pt x="342899" y="680409"/>
                    <a:pt x="274316" y="680409"/>
                    <a:pt x="274316" y="680409"/>
                  </a:cubicBezTo>
                  <a:cubicBezTo>
                    <a:pt x="274316" y="680409"/>
                    <a:pt x="274316" y="577540"/>
                    <a:pt x="274316" y="577540"/>
                  </a:cubicBezTo>
                  <a:cubicBezTo>
                    <a:pt x="274316" y="577540"/>
                    <a:pt x="205740" y="577540"/>
                    <a:pt x="205740" y="577540"/>
                  </a:cubicBezTo>
                  <a:cubicBezTo>
                    <a:pt x="205740" y="577540"/>
                    <a:pt x="205738" y="543250"/>
                    <a:pt x="205738" y="543250"/>
                  </a:cubicBezTo>
                  <a:cubicBezTo>
                    <a:pt x="205738" y="543250"/>
                    <a:pt x="133852" y="543250"/>
                    <a:pt x="133852" y="543250"/>
                  </a:cubicBezTo>
                  <a:cubicBezTo>
                    <a:pt x="133852" y="543250"/>
                    <a:pt x="133852" y="440379"/>
                    <a:pt x="133852" y="440379"/>
                  </a:cubicBezTo>
                  <a:cubicBezTo>
                    <a:pt x="133852" y="440379"/>
                    <a:pt x="68580" y="440379"/>
                    <a:pt x="68580" y="440379"/>
                  </a:cubicBezTo>
                  <a:cubicBezTo>
                    <a:pt x="68580" y="440379"/>
                    <a:pt x="68580" y="371797"/>
                    <a:pt x="68580" y="371797"/>
                  </a:cubicBezTo>
                  <a:cubicBezTo>
                    <a:pt x="68580" y="371797"/>
                    <a:pt x="0" y="371797"/>
                    <a:pt x="0" y="371797"/>
                  </a:cubicBezTo>
                  <a:cubicBezTo>
                    <a:pt x="0" y="371797"/>
                    <a:pt x="0" y="57322"/>
                    <a:pt x="0" y="57322"/>
                  </a:cubicBezTo>
                  <a:cubicBezTo>
                    <a:pt x="0" y="57322"/>
                    <a:pt x="68580" y="57322"/>
                    <a:pt x="68580" y="57322"/>
                  </a:cubicBezTo>
                  <a:cubicBezTo>
                    <a:pt x="68580" y="57322"/>
                    <a:pt x="68580" y="0"/>
                    <a:pt x="68580" y="0"/>
                  </a:cubicBezTo>
                  <a:cubicBezTo>
                    <a:pt x="68580" y="0"/>
                    <a:pt x="257051" y="0"/>
                    <a:pt x="257051" y="0"/>
                  </a:cubicBezTo>
                  <a:cubicBezTo>
                    <a:pt x="257051" y="0"/>
                    <a:pt x="257051" y="57322"/>
                    <a:pt x="257051" y="57322"/>
                  </a:cubicBezTo>
                  <a:cubicBezTo>
                    <a:pt x="257051" y="57322"/>
                    <a:pt x="325050" y="57322"/>
                    <a:pt x="325050" y="57322"/>
                  </a:cubicBezTo>
                  <a:cubicBezTo>
                    <a:pt x="325050" y="57322"/>
                    <a:pt x="325050" y="192833"/>
                    <a:pt x="325050" y="192833"/>
                  </a:cubicBezTo>
                  <a:cubicBezTo>
                    <a:pt x="325050" y="192833"/>
                    <a:pt x="393631" y="192833"/>
                    <a:pt x="393631" y="192833"/>
                  </a:cubicBezTo>
                  <a:cubicBezTo>
                    <a:pt x="393631" y="192833"/>
                    <a:pt x="393631" y="256788"/>
                    <a:pt x="393631" y="256788"/>
                  </a:cubicBezTo>
                  <a:cubicBezTo>
                    <a:pt x="393631" y="256788"/>
                    <a:pt x="462211" y="256788"/>
                    <a:pt x="462211" y="256788"/>
                  </a:cubicBezTo>
                  <a:cubicBezTo>
                    <a:pt x="462211" y="256788"/>
                    <a:pt x="462211" y="192833"/>
                    <a:pt x="462211" y="192833"/>
                  </a:cubicBezTo>
                  <a:cubicBezTo>
                    <a:pt x="462211" y="192833"/>
                    <a:pt x="530791" y="192833"/>
                    <a:pt x="530791" y="192833"/>
                  </a:cubicBezTo>
                  <a:cubicBezTo>
                    <a:pt x="530791" y="192833"/>
                    <a:pt x="530791" y="68580"/>
                    <a:pt x="530791" y="68580"/>
                  </a:cubicBezTo>
                  <a:cubicBezTo>
                    <a:pt x="530791" y="68580"/>
                    <a:pt x="599372" y="68580"/>
                    <a:pt x="599372" y="68580"/>
                  </a:cubicBezTo>
                  <a:cubicBezTo>
                    <a:pt x="599372" y="68580"/>
                    <a:pt x="599372" y="0"/>
                    <a:pt x="599372" y="0"/>
                  </a:cubicBezTo>
                  <a:cubicBezTo>
                    <a:pt x="599372" y="0"/>
                    <a:pt x="787843" y="0"/>
                    <a:pt x="787843" y="0"/>
                  </a:cubicBezTo>
                  <a:cubicBezTo>
                    <a:pt x="787843" y="0"/>
                    <a:pt x="787844" y="68579"/>
                    <a:pt x="787844" y="68579"/>
                  </a:cubicBezTo>
                  <a:cubicBezTo>
                    <a:pt x="787844" y="68579"/>
                    <a:pt x="855842" y="68580"/>
                    <a:pt x="855842" y="68580"/>
                  </a:cubicBezTo>
                  <a:cubicBezTo>
                    <a:pt x="855842" y="68580"/>
                    <a:pt x="855842" y="383055"/>
                    <a:pt x="855842" y="383055"/>
                  </a:cubicBezTo>
                  <a:cubicBezTo>
                    <a:pt x="855842" y="383055"/>
                    <a:pt x="793884" y="383055"/>
                    <a:pt x="793884" y="383055"/>
                  </a:cubicBezTo>
                  <a:cubicBezTo>
                    <a:pt x="793884" y="383055"/>
                    <a:pt x="793884" y="440379"/>
                    <a:pt x="793884" y="440379"/>
                  </a:cubicBezTo>
                  <a:cubicBezTo>
                    <a:pt x="793884" y="440379"/>
                    <a:pt x="725304" y="440379"/>
                    <a:pt x="725304" y="440379"/>
                  </a:cubicBezTo>
                  <a:cubicBezTo>
                    <a:pt x="725304" y="440379"/>
                    <a:pt x="725304" y="543250"/>
                    <a:pt x="725304" y="543250"/>
                  </a:cubicBezTo>
                  <a:cubicBezTo>
                    <a:pt x="725304" y="543250"/>
                    <a:pt x="667193" y="543250"/>
                    <a:pt x="667193" y="543250"/>
                  </a:cubicBezTo>
                  <a:cubicBezTo>
                    <a:pt x="667193" y="543250"/>
                    <a:pt x="667193" y="577540"/>
                    <a:pt x="667193" y="577540"/>
                  </a:cubicBezTo>
                  <a:cubicBezTo>
                    <a:pt x="667193" y="577540"/>
                    <a:pt x="609388" y="577540"/>
                    <a:pt x="609388" y="577540"/>
                  </a:cubicBezTo>
                  <a:cubicBezTo>
                    <a:pt x="609388" y="577540"/>
                    <a:pt x="609388" y="646120"/>
                    <a:pt x="609388" y="646120"/>
                  </a:cubicBezTo>
                  <a:cubicBezTo>
                    <a:pt x="609388" y="646120"/>
                    <a:pt x="582929" y="646120"/>
                    <a:pt x="582929" y="646120"/>
                  </a:cubicBezTo>
                  <a:cubicBezTo>
                    <a:pt x="582929" y="646120"/>
                    <a:pt x="582929" y="680409"/>
                    <a:pt x="582929" y="680409"/>
                  </a:cubicBezTo>
                  <a:cubicBezTo>
                    <a:pt x="582929" y="680409"/>
                    <a:pt x="548639" y="680409"/>
                    <a:pt x="548639" y="680409"/>
                  </a:cubicBezTo>
                  <a:cubicBezTo>
                    <a:pt x="548639" y="680409"/>
                    <a:pt x="548639" y="714700"/>
                    <a:pt x="548639" y="714700"/>
                  </a:cubicBezTo>
                  <a:cubicBezTo>
                    <a:pt x="548639" y="714700"/>
                    <a:pt x="480059" y="714700"/>
                    <a:pt x="480059" y="714700"/>
                  </a:cubicBezTo>
                  <a:cubicBezTo>
                    <a:pt x="480059" y="714700"/>
                    <a:pt x="480059" y="783279"/>
                    <a:pt x="480059" y="783279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  <p:grpSp>
          <p:nvGrpSpPr>
            <p:cNvPr id="1190683565" name=""/>
            <p:cNvGrpSpPr/>
            <p:nvPr/>
          </p:nvGrpSpPr>
          <p:grpSpPr bwMode="auto">
            <a:xfrm rot="663311" flipH="0" flipV="0">
              <a:off x="0" y="0"/>
              <a:ext cx="628023" cy="581787"/>
              <a:chOff x="0" y="0"/>
              <a:chExt cx="628023" cy="581787"/>
            </a:xfrm>
          </p:grpSpPr>
          <p:sp>
            <p:nvSpPr>
              <p:cNvPr id="911477126" name=""/>
              <p:cNvSpPr/>
              <p:nvPr/>
            </p:nvSpPr>
            <p:spPr bwMode="auto">
              <a:xfrm>
                <a:off x="43344" y="43344"/>
                <a:ext cx="540957" cy="495091"/>
              </a:xfrm>
              <a:custGeom>
                <a:avLst/>
                <a:gdLst/>
                <a:ahLst/>
                <a:cxnLst/>
                <a:rect l="0" t="0" r="r" b="b"/>
                <a:pathLst>
                  <a:path w="855842" h="783279" fill="norm" stroke="1" extrusionOk="0">
                    <a:moveTo>
                      <a:pt x="480059" y="783279"/>
                    </a:moveTo>
                    <a:cubicBezTo>
                      <a:pt x="480059" y="783279"/>
                      <a:pt x="411479" y="783279"/>
                      <a:pt x="411479" y="783279"/>
                    </a:cubicBezTo>
                    <a:cubicBezTo>
                      <a:pt x="411479" y="783279"/>
                      <a:pt x="411479" y="714700"/>
                      <a:pt x="411479" y="714700"/>
                    </a:cubicBezTo>
                    <a:cubicBezTo>
                      <a:pt x="411479" y="714700"/>
                      <a:pt x="342899" y="714700"/>
                      <a:pt x="342899" y="714700"/>
                    </a:cubicBezTo>
                    <a:cubicBezTo>
                      <a:pt x="342899" y="714700"/>
                      <a:pt x="342899" y="680409"/>
                      <a:pt x="342899" y="680409"/>
                    </a:cubicBezTo>
                    <a:cubicBezTo>
                      <a:pt x="342899" y="680409"/>
                      <a:pt x="274316" y="680409"/>
                      <a:pt x="274316" y="680409"/>
                    </a:cubicBezTo>
                    <a:cubicBezTo>
                      <a:pt x="274316" y="680409"/>
                      <a:pt x="274316" y="577540"/>
                      <a:pt x="274316" y="577540"/>
                    </a:cubicBezTo>
                    <a:cubicBezTo>
                      <a:pt x="274316" y="577540"/>
                      <a:pt x="205740" y="577540"/>
                      <a:pt x="205740" y="577540"/>
                    </a:cubicBezTo>
                    <a:cubicBezTo>
                      <a:pt x="205740" y="577540"/>
                      <a:pt x="205738" y="543250"/>
                      <a:pt x="205738" y="543250"/>
                    </a:cubicBezTo>
                    <a:cubicBezTo>
                      <a:pt x="205738" y="543250"/>
                      <a:pt x="133852" y="543250"/>
                      <a:pt x="133852" y="543250"/>
                    </a:cubicBezTo>
                    <a:cubicBezTo>
                      <a:pt x="133852" y="543250"/>
                      <a:pt x="133852" y="440379"/>
                      <a:pt x="133852" y="440379"/>
                    </a:cubicBezTo>
                    <a:cubicBezTo>
                      <a:pt x="133852" y="440379"/>
                      <a:pt x="68580" y="440379"/>
                      <a:pt x="68580" y="440379"/>
                    </a:cubicBezTo>
                    <a:cubicBezTo>
                      <a:pt x="68580" y="440379"/>
                      <a:pt x="68580" y="371797"/>
                      <a:pt x="68580" y="371797"/>
                    </a:cubicBezTo>
                    <a:cubicBezTo>
                      <a:pt x="68580" y="371797"/>
                      <a:pt x="0" y="371797"/>
                      <a:pt x="0" y="371797"/>
                    </a:cubicBezTo>
                    <a:cubicBezTo>
                      <a:pt x="0" y="371797"/>
                      <a:pt x="0" y="57322"/>
                      <a:pt x="0" y="57322"/>
                    </a:cubicBezTo>
                    <a:cubicBezTo>
                      <a:pt x="0" y="57322"/>
                      <a:pt x="68580" y="57322"/>
                      <a:pt x="68580" y="57322"/>
                    </a:cubicBezTo>
                    <a:cubicBezTo>
                      <a:pt x="68580" y="57322"/>
                      <a:pt x="68580" y="0"/>
                      <a:pt x="68580" y="0"/>
                    </a:cubicBezTo>
                    <a:cubicBezTo>
                      <a:pt x="68580" y="0"/>
                      <a:pt x="257051" y="0"/>
                      <a:pt x="257051" y="0"/>
                    </a:cubicBezTo>
                    <a:cubicBezTo>
                      <a:pt x="257051" y="0"/>
                      <a:pt x="257051" y="57322"/>
                      <a:pt x="257051" y="57322"/>
                    </a:cubicBezTo>
                    <a:cubicBezTo>
                      <a:pt x="257051" y="57322"/>
                      <a:pt x="325050" y="57322"/>
                      <a:pt x="325050" y="57322"/>
                    </a:cubicBezTo>
                    <a:cubicBezTo>
                      <a:pt x="325050" y="57322"/>
                      <a:pt x="325050" y="192833"/>
                      <a:pt x="325050" y="192833"/>
                    </a:cubicBezTo>
                    <a:cubicBezTo>
                      <a:pt x="325050" y="192833"/>
                      <a:pt x="393631" y="192833"/>
                      <a:pt x="393631" y="192833"/>
                    </a:cubicBezTo>
                    <a:cubicBezTo>
                      <a:pt x="393631" y="192833"/>
                      <a:pt x="393631" y="256788"/>
                      <a:pt x="393631" y="256788"/>
                    </a:cubicBezTo>
                    <a:cubicBezTo>
                      <a:pt x="393631" y="256788"/>
                      <a:pt x="462211" y="256788"/>
                      <a:pt x="462211" y="256788"/>
                    </a:cubicBezTo>
                    <a:cubicBezTo>
                      <a:pt x="462211" y="256788"/>
                      <a:pt x="462211" y="192833"/>
                      <a:pt x="462211" y="192833"/>
                    </a:cubicBezTo>
                    <a:cubicBezTo>
                      <a:pt x="462211" y="192833"/>
                      <a:pt x="530791" y="192833"/>
                      <a:pt x="530791" y="192833"/>
                    </a:cubicBezTo>
                    <a:cubicBezTo>
                      <a:pt x="530791" y="192833"/>
                      <a:pt x="530791" y="68580"/>
                      <a:pt x="530791" y="68580"/>
                    </a:cubicBezTo>
                    <a:cubicBezTo>
                      <a:pt x="530791" y="68580"/>
                      <a:pt x="599372" y="68580"/>
                      <a:pt x="599372" y="68580"/>
                    </a:cubicBezTo>
                    <a:cubicBezTo>
                      <a:pt x="599372" y="68580"/>
                      <a:pt x="599372" y="0"/>
                      <a:pt x="599372" y="0"/>
                    </a:cubicBezTo>
                    <a:cubicBezTo>
                      <a:pt x="599372" y="0"/>
                      <a:pt x="787843" y="0"/>
                      <a:pt x="787843" y="0"/>
                    </a:cubicBezTo>
                    <a:cubicBezTo>
                      <a:pt x="787843" y="0"/>
                      <a:pt x="787844" y="68579"/>
                      <a:pt x="787844" y="68579"/>
                    </a:cubicBezTo>
                    <a:cubicBezTo>
                      <a:pt x="787844" y="68579"/>
                      <a:pt x="855842" y="68580"/>
                      <a:pt x="855842" y="68580"/>
                    </a:cubicBezTo>
                    <a:cubicBezTo>
                      <a:pt x="855842" y="68580"/>
                      <a:pt x="855842" y="383055"/>
                      <a:pt x="855842" y="383055"/>
                    </a:cubicBezTo>
                    <a:cubicBezTo>
                      <a:pt x="855842" y="383055"/>
                      <a:pt x="793884" y="383055"/>
                      <a:pt x="793884" y="383055"/>
                    </a:cubicBezTo>
                    <a:cubicBezTo>
                      <a:pt x="793884" y="383055"/>
                      <a:pt x="793884" y="440379"/>
                      <a:pt x="793884" y="440379"/>
                    </a:cubicBezTo>
                    <a:cubicBezTo>
                      <a:pt x="793884" y="440379"/>
                      <a:pt x="725304" y="440379"/>
                      <a:pt x="725304" y="440379"/>
                    </a:cubicBezTo>
                    <a:cubicBezTo>
                      <a:pt x="725304" y="440379"/>
                      <a:pt x="725304" y="543250"/>
                      <a:pt x="725304" y="543250"/>
                    </a:cubicBezTo>
                    <a:cubicBezTo>
                      <a:pt x="725304" y="543250"/>
                      <a:pt x="667193" y="543250"/>
                      <a:pt x="667193" y="543250"/>
                    </a:cubicBezTo>
                    <a:cubicBezTo>
                      <a:pt x="667193" y="543250"/>
                      <a:pt x="667193" y="577540"/>
                      <a:pt x="667193" y="577540"/>
                    </a:cubicBezTo>
                    <a:cubicBezTo>
                      <a:pt x="667193" y="577540"/>
                      <a:pt x="609388" y="577540"/>
                      <a:pt x="609388" y="577540"/>
                    </a:cubicBezTo>
                    <a:cubicBezTo>
                      <a:pt x="609388" y="577540"/>
                      <a:pt x="609388" y="646120"/>
                      <a:pt x="609388" y="646120"/>
                    </a:cubicBezTo>
                    <a:cubicBezTo>
                      <a:pt x="609388" y="646120"/>
                      <a:pt x="582929" y="646120"/>
                      <a:pt x="582929" y="646120"/>
                    </a:cubicBezTo>
                    <a:cubicBezTo>
                      <a:pt x="582929" y="646120"/>
                      <a:pt x="582929" y="680409"/>
                      <a:pt x="582929" y="680409"/>
                    </a:cubicBezTo>
                    <a:cubicBezTo>
                      <a:pt x="582929" y="680409"/>
                      <a:pt x="548639" y="680409"/>
                      <a:pt x="548639" y="680409"/>
                    </a:cubicBezTo>
                    <a:cubicBezTo>
                      <a:pt x="548639" y="680409"/>
                      <a:pt x="548639" y="714700"/>
                      <a:pt x="548639" y="714700"/>
                    </a:cubicBezTo>
                    <a:cubicBezTo>
                      <a:pt x="548639" y="714700"/>
                      <a:pt x="480059" y="714700"/>
                      <a:pt x="480059" y="714700"/>
                    </a:cubicBezTo>
                    <a:cubicBezTo>
                      <a:pt x="480059" y="714700"/>
                      <a:pt x="480059" y="783279"/>
                      <a:pt x="480059" y="783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1634271065" name=""/>
              <p:cNvSpPr/>
              <p:nvPr/>
            </p:nvSpPr>
            <p:spPr bwMode="auto">
              <a:xfrm>
                <a:off x="120397" y="140634"/>
                <a:ext cx="85422" cy="86692"/>
              </a:xfrm>
              <a:custGeom>
                <a:avLst/>
                <a:gdLst/>
                <a:ahLst/>
                <a:cxnLst/>
                <a:rect l="0" t="0" r="r" b="b"/>
                <a:pathLst>
                  <a:path w="135150" h="137160" fill="norm" stroke="1" extrusionOk="0">
                    <a:moveTo>
                      <a:pt x="68580" y="137160"/>
                    </a:moveTo>
                    <a:cubicBezTo>
                      <a:pt x="68580" y="137160"/>
                      <a:pt x="0" y="137160"/>
                      <a:pt x="0" y="137160"/>
                    </a:cubicBezTo>
                    <a:cubicBezTo>
                      <a:pt x="0" y="137160"/>
                      <a:pt x="0" y="0"/>
                      <a:pt x="0" y="0"/>
                    </a:cubicBezTo>
                    <a:cubicBezTo>
                      <a:pt x="0" y="0"/>
                      <a:pt x="135150" y="0"/>
                      <a:pt x="135150" y="0"/>
                    </a:cubicBezTo>
                    <a:cubicBezTo>
                      <a:pt x="135150" y="0"/>
                      <a:pt x="135150" y="68580"/>
                      <a:pt x="135150" y="68580"/>
                    </a:cubicBezTo>
                    <a:cubicBezTo>
                      <a:pt x="135150" y="68580"/>
                      <a:pt x="68580" y="68580"/>
                      <a:pt x="68580" y="68580"/>
                    </a:cubicBezTo>
                    <a:cubicBezTo>
                      <a:pt x="68580" y="68580"/>
                      <a:pt x="68580" y="137160"/>
                      <a:pt x="68580" y="13716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2122146542" name=""/>
              <p:cNvSpPr/>
              <p:nvPr/>
            </p:nvSpPr>
            <p:spPr bwMode="auto">
              <a:xfrm>
                <a:off x="260084" y="89532"/>
                <a:ext cx="324587" cy="448903"/>
              </a:xfrm>
              <a:custGeom>
                <a:avLst/>
                <a:gdLst/>
                <a:ahLst/>
                <a:cxnLst/>
                <a:rect l="0" t="0" r="r" b="b"/>
                <a:pathLst>
                  <a:path w="513528" h="710206" fill="norm" stroke="1" extrusionOk="0">
                    <a:moveTo>
                      <a:pt x="0" y="573047"/>
                    </a:moveTo>
                    <a:cubicBezTo>
                      <a:pt x="0" y="573047"/>
                      <a:pt x="68580" y="573047"/>
                      <a:pt x="68580" y="573047"/>
                    </a:cubicBezTo>
                    <a:cubicBezTo>
                      <a:pt x="68580" y="573047"/>
                      <a:pt x="68580" y="548005"/>
                      <a:pt x="68580" y="548005"/>
                    </a:cubicBezTo>
                    <a:cubicBezTo>
                      <a:pt x="68580" y="548005"/>
                      <a:pt x="137160" y="548005"/>
                      <a:pt x="137160" y="548005"/>
                    </a:cubicBezTo>
                    <a:cubicBezTo>
                      <a:pt x="137160" y="548005"/>
                      <a:pt x="137160" y="479427"/>
                      <a:pt x="137160" y="479427"/>
                    </a:cubicBezTo>
                    <a:cubicBezTo>
                      <a:pt x="137160" y="479427"/>
                      <a:pt x="197909" y="479427"/>
                      <a:pt x="197909" y="479427"/>
                    </a:cubicBezTo>
                    <a:cubicBezTo>
                      <a:pt x="197909" y="479427"/>
                      <a:pt x="197909" y="410847"/>
                      <a:pt x="197909" y="410847"/>
                    </a:cubicBezTo>
                    <a:cubicBezTo>
                      <a:pt x="197909" y="410847"/>
                      <a:pt x="256473" y="410847"/>
                      <a:pt x="256473" y="410847"/>
                    </a:cubicBezTo>
                    <a:cubicBezTo>
                      <a:pt x="256473" y="410847"/>
                      <a:pt x="256473" y="354787"/>
                      <a:pt x="256473" y="354787"/>
                    </a:cubicBezTo>
                    <a:cubicBezTo>
                      <a:pt x="256473" y="354787"/>
                      <a:pt x="325053" y="354787"/>
                      <a:pt x="325053" y="354787"/>
                    </a:cubicBezTo>
                    <a:cubicBezTo>
                      <a:pt x="325053" y="354787"/>
                      <a:pt x="325053" y="273687"/>
                      <a:pt x="325053" y="273687"/>
                    </a:cubicBezTo>
                    <a:cubicBezTo>
                      <a:pt x="325053" y="273687"/>
                      <a:pt x="380342" y="273687"/>
                      <a:pt x="380342" y="273687"/>
                    </a:cubicBezTo>
                    <a:cubicBezTo>
                      <a:pt x="380342" y="273687"/>
                      <a:pt x="380342" y="205107"/>
                      <a:pt x="380342" y="205107"/>
                    </a:cubicBezTo>
                    <a:cubicBezTo>
                      <a:pt x="380342" y="205107"/>
                      <a:pt x="444948" y="205106"/>
                      <a:pt x="444948" y="205106"/>
                    </a:cubicBezTo>
                    <a:cubicBezTo>
                      <a:pt x="444948" y="205106"/>
                      <a:pt x="444948" y="0"/>
                      <a:pt x="444948" y="0"/>
                    </a:cubicBezTo>
                    <a:cubicBezTo>
                      <a:pt x="444948" y="0"/>
                      <a:pt x="513528" y="0"/>
                      <a:pt x="513528" y="0"/>
                    </a:cubicBezTo>
                    <a:cubicBezTo>
                      <a:pt x="513528" y="0"/>
                      <a:pt x="513528" y="318566"/>
                      <a:pt x="513528" y="318566"/>
                    </a:cubicBezTo>
                    <a:cubicBezTo>
                      <a:pt x="513528" y="318566"/>
                      <a:pt x="448921" y="318566"/>
                      <a:pt x="448921" y="318566"/>
                    </a:cubicBezTo>
                    <a:cubicBezTo>
                      <a:pt x="448921" y="318566"/>
                      <a:pt x="448922" y="367307"/>
                      <a:pt x="448922" y="367307"/>
                    </a:cubicBezTo>
                    <a:cubicBezTo>
                      <a:pt x="448922" y="367307"/>
                      <a:pt x="393633" y="367306"/>
                      <a:pt x="393633" y="367306"/>
                    </a:cubicBezTo>
                    <a:cubicBezTo>
                      <a:pt x="393633" y="367306"/>
                      <a:pt x="393633" y="435887"/>
                      <a:pt x="393633" y="435887"/>
                    </a:cubicBezTo>
                    <a:cubicBezTo>
                      <a:pt x="393633" y="435887"/>
                      <a:pt x="325053" y="435887"/>
                      <a:pt x="325053" y="435887"/>
                    </a:cubicBezTo>
                    <a:cubicBezTo>
                      <a:pt x="325053" y="435887"/>
                      <a:pt x="325053" y="516986"/>
                      <a:pt x="325053" y="516986"/>
                    </a:cubicBezTo>
                    <a:cubicBezTo>
                      <a:pt x="325053" y="516986"/>
                      <a:pt x="266489" y="516986"/>
                      <a:pt x="266489" y="516986"/>
                    </a:cubicBezTo>
                    <a:cubicBezTo>
                      <a:pt x="266489" y="516986"/>
                      <a:pt x="266489" y="573046"/>
                      <a:pt x="266489" y="573046"/>
                    </a:cubicBezTo>
                    <a:cubicBezTo>
                      <a:pt x="266489" y="573046"/>
                      <a:pt x="205740" y="573046"/>
                      <a:pt x="205740" y="573046"/>
                    </a:cubicBezTo>
                    <a:cubicBezTo>
                      <a:pt x="205740" y="573046"/>
                      <a:pt x="205740" y="641627"/>
                      <a:pt x="205740" y="641627"/>
                    </a:cubicBezTo>
                    <a:cubicBezTo>
                      <a:pt x="205740" y="641627"/>
                      <a:pt x="137160" y="641627"/>
                      <a:pt x="137160" y="641627"/>
                    </a:cubicBezTo>
                    <a:cubicBezTo>
                      <a:pt x="137160" y="641627"/>
                      <a:pt x="137160" y="710206"/>
                      <a:pt x="137160" y="710206"/>
                    </a:cubicBezTo>
                    <a:cubicBezTo>
                      <a:pt x="137160" y="710206"/>
                      <a:pt x="68580" y="710206"/>
                      <a:pt x="68580" y="710206"/>
                    </a:cubicBezTo>
                    <a:cubicBezTo>
                      <a:pt x="68580" y="710206"/>
                      <a:pt x="68580" y="641627"/>
                      <a:pt x="68580" y="641627"/>
                    </a:cubicBezTo>
                    <a:cubicBezTo>
                      <a:pt x="68580" y="641627"/>
                      <a:pt x="0" y="641627"/>
                      <a:pt x="0" y="641627"/>
                    </a:cubicBezTo>
                    <a:cubicBezTo>
                      <a:pt x="0" y="641627"/>
                      <a:pt x="0" y="573047"/>
                      <a:pt x="0" y="573047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  <a:alpha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grpSp>
            <p:nvGrpSpPr>
              <p:cNvPr id="1656261540" name=""/>
              <p:cNvGrpSpPr/>
              <p:nvPr/>
            </p:nvGrpSpPr>
            <p:grpSpPr bwMode="auto">
              <a:xfrm flipH="0" flipV="0">
                <a:off x="0" y="0"/>
                <a:ext cx="628023" cy="581787"/>
                <a:chOff x="0" y="0"/>
                <a:chExt cx="628023" cy="581787"/>
              </a:xfrm>
            </p:grpSpPr>
            <p:sp>
              <p:nvSpPr>
                <p:cNvPr id="529015584" name=""/>
                <p:cNvSpPr/>
                <p:nvPr/>
              </p:nvSpPr>
              <p:spPr bwMode="auto">
                <a:xfrm rot="0" flipH="0" flipV="0">
                  <a:off x="86692" y="0"/>
                  <a:ext cx="119127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47558474" name=""/>
                <p:cNvSpPr/>
                <p:nvPr/>
              </p:nvSpPr>
              <p:spPr bwMode="auto">
                <a:xfrm rot="0" flipH="0" flipV="0">
                  <a:off x="43344" y="4618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02208828" name=""/>
                <p:cNvSpPr/>
                <p:nvPr/>
              </p:nvSpPr>
              <p:spPr bwMode="auto">
                <a:xfrm rot="0" flipH="0" flipV="0">
                  <a:off x="205823" y="4618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05375949" name=""/>
                <p:cNvSpPr/>
                <p:nvPr/>
              </p:nvSpPr>
              <p:spPr bwMode="auto">
                <a:xfrm rot="0" flipH="0" flipV="0">
                  <a:off x="0" y="89613"/>
                  <a:ext cx="43344" cy="18873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75144119" name=""/>
                <p:cNvSpPr/>
                <p:nvPr/>
              </p:nvSpPr>
              <p:spPr bwMode="auto">
                <a:xfrm rot="0" flipH="0" flipV="0">
                  <a:off x="248805" y="89613"/>
                  <a:ext cx="43344" cy="7561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8865190" name=""/>
                <p:cNvSpPr/>
                <p:nvPr/>
              </p:nvSpPr>
              <p:spPr bwMode="auto">
                <a:xfrm rot="0" flipH="0" flipV="0">
                  <a:off x="292152" y="16230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89884863" name=""/>
                <p:cNvSpPr/>
                <p:nvPr/>
              </p:nvSpPr>
              <p:spPr bwMode="auto">
                <a:xfrm rot="0" flipH="0" flipV="0">
                  <a:off x="335502" y="89613"/>
                  <a:ext cx="43344" cy="7561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32986183" name=""/>
                <p:cNvSpPr/>
                <p:nvPr/>
              </p:nvSpPr>
              <p:spPr bwMode="auto">
                <a:xfrm rot="0" flipH="0" flipV="0">
                  <a:off x="378848" y="4618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63391215" name=""/>
                <p:cNvSpPr/>
                <p:nvPr/>
              </p:nvSpPr>
              <p:spPr bwMode="auto">
                <a:xfrm rot="0" flipH="0" flipV="0">
                  <a:off x="422199" y="2835"/>
                  <a:ext cx="119127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28169628" name=""/>
                <p:cNvSpPr/>
                <p:nvPr/>
              </p:nvSpPr>
              <p:spPr bwMode="auto">
                <a:xfrm rot="0" flipH="0" flipV="0">
                  <a:off x="541326" y="4618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56562582" name=""/>
                <p:cNvSpPr/>
                <p:nvPr/>
              </p:nvSpPr>
              <p:spPr bwMode="auto">
                <a:xfrm rot="0" flipH="0" flipV="0">
                  <a:off x="584676" y="89613"/>
                  <a:ext cx="43344" cy="18873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61953469" name=""/>
                <p:cNvSpPr/>
                <p:nvPr/>
              </p:nvSpPr>
              <p:spPr bwMode="auto">
                <a:xfrm rot="0" flipH="0" flipV="0">
                  <a:off x="43344" y="27835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84902157" name=""/>
                <p:cNvSpPr/>
                <p:nvPr/>
              </p:nvSpPr>
              <p:spPr bwMode="auto">
                <a:xfrm rot="0" flipH="0" flipV="0">
                  <a:off x="545142" y="27835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15306580" name=""/>
                <p:cNvSpPr/>
                <p:nvPr/>
              </p:nvSpPr>
              <p:spPr bwMode="auto">
                <a:xfrm rot="0" flipH="0" flipV="0">
                  <a:off x="501795" y="321697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12546355" name=""/>
                <p:cNvSpPr/>
                <p:nvPr/>
              </p:nvSpPr>
              <p:spPr bwMode="auto">
                <a:xfrm rot="0" flipH="0" flipV="0">
                  <a:off x="465066" y="365049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04593136" name=""/>
                <p:cNvSpPr/>
                <p:nvPr/>
              </p:nvSpPr>
              <p:spPr bwMode="auto">
                <a:xfrm rot="0" flipH="0" flipV="0">
                  <a:off x="422199" y="408395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21288929" name=""/>
                <p:cNvSpPr/>
                <p:nvPr/>
              </p:nvSpPr>
              <p:spPr bwMode="auto">
                <a:xfrm rot="0" flipH="0" flipV="0">
                  <a:off x="86692" y="321697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53771296" name=""/>
                <p:cNvSpPr/>
                <p:nvPr/>
              </p:nvSpPr>
              <p:spPr bwMode="auto">
                <a:xfrm rot="0" flipH="0" flipV="0">
                  <a:off x="130041" y="365049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12331315" name=""/>
                <p:cNvSpPr/>
                <p:nvPr/>
              </p:nvSpPr>
              <p:spPr bwMode="auto">
                <a:xfrm rot="0" flipH="0" flipV="0">
                  <a:off x="173388" y="408395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32834020" name=""/>
                <p:cNvSpPr/>
                <p:nvPr/>
              </p:nvSpPr>
              <p:spPr bwMode="auto">
                <a:xfrm rot="0" flipH="0" flipV="0">
                  <a:off x="216738" y="45174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37138567" name=""/>
                <p:cNvSpPr/>
                <p:nvPr/>
              </p:nvSpPr>
              <p:spPr bwMode="auto">
                <a:xfrm rot="0" flipH="0" flipV="0">
                  <a:off x="260084" y="495091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09866222" name=""/>
                <p:cNvSpPr/>
                <p:nvPr/>
              </p:nvSpPr>
              <p:spPr bwMode="auto">
                <a:xfrm rot="0" flipH="0" flipV="0">
                  <a:off x="303435" y="538439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50944728" name=""/>
                <p:cNvSpPr/>
                <p:nvPr/>
              </p:nvSpPr>
              <p:spPr bwMode="auto">
                <a:xfrm rot="0" flipH="0" flipV="0">
                  <a:off x="346779" y="495091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87708053" name=""/>
                <p:cNvSpPr/>
                <p:nvPr/>
              </p:nvSpPr>
              <p:spPr bwMode="auto">
                <a:xfrm rot="0" flipH="0" flipV="0">
                  <a:off x="390128" y="45174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</p:grpSp>
      <p:grpSp>
        <p:nvGrpSpPr>
          <p:cNvPr id="422965147" name=""/>
          <p:cNvGrpSpPr/>
          <p:nvPr/>
        </p:nvGrpSpPr>
        <p:grpSpPr bwMode="auto">
          <a:xfrm flipH="1" flipV="0">
            <a:off x="1989796" y="2384568"/>
            <a:ext cx="499411" cy="477819"/>
            <a:chOff x="0" y="0"/>
            <a:chExt cx="499411" cy="477819"/>
          </a:xfrm>
        </p:grpSpPr>
        <p:sp>
          <p:nvSpPr>
            <p:cNvPr id="1755698994" name=""/>
            <p:cNvSpPr/>
            <p:nvPr/>
          </p:nvSpPr>
          <p:spPr bwMode="auto">
            <a:xfrm rot="1070892" flipH="0" flipV="0">
              <a:off x="126695" y="136702"/>
              <a:ext cx="372712" cy="341111"/>
            </a:xfrm>
            <a:custGeom>
              <a:avLst/>
              <a:gdLst/>
              <a:ahLst/>
              <a:cxnLst/>
              <a:rect l="0" t="0" r="r" b="b"/>
              <a:pathLst>
                <a:path w="855842" h="783279" fill="norm" stroke="1" extrusionOk="0">
                  <a:moveTo>
                    <a:pt x="480059" y="783279"/>
                  </a:moveTo>
                  <a:cubicBezTo>
                    <a:pt x="480059" y="783279"/>
                    <a:pt x="411479" y="783279"/>
                    <a:pt x="411479" y="783279"/>
                  </a:cubicBezTo>
                  <a:cubicBezTo>
                    <a:pt x="411479" y="783279"/>
                    <a:pt x="411479" y="714700"/>
                    <a:pt x="411479" y="714700"/>
                  </a:cubicBezTo>
                  <a:cubicBezTo>
                    <a:pt x="411479" y="714700"/>
                    <a:pt x="342899" y="714700"/>
                    <a:pt x="342899" y="714700"/>
                  </a:cubicBezTo>
                  <a:cubicBezTo>
                    <a:pt x="342899" y="714700"/>
                    <a:pt x="342899" y="680409"/>
                    <a:pt x="342899" y="680409"/>
                  </a:cubicBezTo>
                  <a:cubicBezTo>
                    <a:pt x="342899" y="680409"/>
                    <a:pt x="274316" y="680409"/>
                    <a:pt x="274316" y="680409"/>
                  </a:cubicBezTo>
                  <a:cubicBezTo>
                    <a:pt x="274316" y="680409"/>
                    <a:pt x="274316" y="577540"/>
                    <a:pt x="274316" y="577540"/>
                  </a:cubicBezTo>
                  <a:cubicBezTo>
                    <a:pt x="274316" y="577540"/>
                    <a:pt x="205740" y="577540"/>
                    <a:pt x="205740" y="577540"/>
                  </a:cubicBezTo>
                  <a:cubicBezTo>
                    <a:pt x="205740" y="577540"/>
                    <a:pt x="205738" y="543250"/>
                    <a:pt x="205738" y="543250"/>
                  </a:cubicBezTo>
                  <a:cubicBezTo>
                    <a:pt x="205738" y="543250"/>
                    <a:pt x="133852" y="543250"/>
                    <a:pt x="133852" y="543250"/>
                  </a:cubicBezTo>
                  <a:cubicBezTo>
                    <a:pt x="133852" y="543250"/>
                    <a:pt x="133852" y="440379"/>
                    <a:pt x="133852" y="440379"/>
                  </a:cubicBezTo>
                  <a:cubicBezTo>
                    <a:pt x="133852" y="440379"/>
                    <a:pt x="68580" y="440379"/>
                    <a:pt x="68580" y="440379"/>
                  </a:cubicBezTo>
                  <a:cubicBezTo>
                    <a:pt x="68580" y="440379"/>
                    <a:pt x="68580" y="371797"/>
                    <a:pt x="68580" y="371797"/>
                  </a:cubicBezTo>
                  <a:cubicBezTo>
                    <a:pt x="68580" y="371797"/>
                    <a:pt x="0" y="371797"/>
                    <a:pt x="0" y="371797"/>
                  </a:cubicBezTo>
                  <a:cubicBezTo>
                    <a:pt x="0" y="371797"/>
                    <a:pt x="0" y="57322"/>
                    <a:pt x="0" y="57322"/>
                  </a:cubicBezTo>
                  <a:cubicBezTo>
                    <a:pt x="0" y="57322"/>
                    <a:pt x="68580" y="57322"/>
                    <a:pt x="68580" y="57322"/>
                  </a:cubicBezTo>
                  <a:cubicBezTo>
                    <a:pt x="68580" y="57322"/>
                    <a:pt x="68580" y="0"/>
                    <a:pt x="68580" y="0"/>
                  </a:cubicBezTo>
                  <a:cubicBezTo>
                    <a:pt x="68580" y="0"/>
                    <a:pt x="257051" y="0"/>
                    <a:pt x="257051" y="0"/>
                  </a:cubicBezTo>
                  <a:cubicBezTo>
                    <a:pt x="257051" y="0"/>
                    <a:pt x="257051" y="57322"/>
                    <a:pt x="257051" y="57322"/>
                  </a:cubicBezTo>
                  <a:cubicBezTo>
                    <a:pt x="257051" y="57322"/>
                    <a:pt x="325050" y="57322"/>
                    <a:pt x="325050" y="57322"/>
                  </a:cubicBezTo>
                  <a:cubicBezTo>
                    <a:pt x="325050" y="57322"/>
                    <a:pt x="325050" y="192833"/>
                    <a:pt x="325050" y="192833"/>
                  </a:cubicBezTo>
                  <a:cubicBezTo>
                    <a:pt x="325050" y="192833"/>
                    <a:pt x="393631" y="192833"/>
                    <a:pt x="393631" y="192833"/>
                  </a:cubicBezTo>
                  <a:cubicBezTo>
                    <a:pt x="393631" y="192833"/>
                    <a:pt x="393631" y="256788"/>
                    <a:pt x="393631" y="256788"/>
                  </a:cubicBezTo>
                  <a:cubicBezTo>
                    <a:pt x="393631" y="256788"/>
                    <a:pt x="462211" y="256788"/>
                    <a:pt x="462211" y="256788"/>
                  </a:cubicBezTo>
                  <a:cubicBezTo>
                    <a:pt x="462211" y="256788"/>
                    <a:pt x="462211" y="192833"/>
                    <a:pt x="462211" y="192833"/>
                  </a:cubicBezTo>
                  <a:cubicBezTo>
                    <a:pt x="462211" y="192833"/>
                    <a:pt x="530791" y="192833"/>
                    <a:pt x="530791" y="192833"/>
                  </a:cubicBezTo>
                  <a:cubicBezTo>
                    <a:pt x="530791" y="192833"/>
                    <a:pt x="530791" y="68580"/>
                    <a:pt x="530791" y="68580"/>
                  </a:cubicBezTo>
                  <a:cubicBezTo>
                    <a:pt x="530791" y="68580"/>
                    <a:pt x="599372" y="68580"/>
                    <a:pt x="599372" y="68580"/>
                  </a:cubicBezTo>
                  <a:cubicBezTo>
                    <a:pt x="599372" y="68580"/>
                    <a:pt x="599372" y="0"/>
                    <a:pt x="599372" y="0"/>
                  </a:cubicBezTo>
                  <a:cubicBezTo>
                    <a:pt x="599372" y="0"/>
                    <a:pt x="787843" y="0"/>
                    <a:pt x="787843" y="0"/>
                  </a:cubicBezTo>
                  <a:cubicBezTo>
                    <a:pt x="787843" y="0"/>
                    <a:pt x="787844" y="68579"/>
                    <a:pt x="787844" y="68579"/>
                  </a:cubicBezTo>
                  <a:cubicBezTo>
                    <a:pt x="787844" y="68579"/>
                    <a:pt x="855842" y="68580"/>
                    <a:pt x="855842" y="68580"/>
                  </a:cubicBezTo>
                  <a:cubicBezTo>
                    <a:pt x="855842" y="68580"/>
                    <a:pt x="855842" y="383055"/>
                    <a:pt x="855842" y="383055"/>
                  </a:cubicBezTo>
                  <a:cubicBezTo>
                    <a:pt x="855842" y="383055"/>
                    <a:pt x="793884" y="383055"/>
                    <a:pt x="793884" y="383055"/>
                  </a:cubicBezTo>
                  <a:cubicBezTo>
                    <a:pt x="793884" y="383055"/>
                    <a:pt x="793884" y="440379"/>
                    <a:pt x="793884" y="440379"/>
                  </a:cubicBezTo>
                  <a:cubicBezTo>
                    <a:pt x="793884" y="440379"/>
                    <a:pt x="725304" y="440379"/>
                    <a:pt x="725304" y="440379"/>
                  </a:cubicBezTo>
                  <a:cubicBezTo>
                    <a:pt x="725304" y="440379"/>
                    <a:pt x="725304" y="543250"/>
                    <a:pt x="725304" y="543250"/>
                  </a:cubicBezTo>
                  <a:cubicBezTo>
                    <a:pt x="725304" y="543250"/>
                    <a:pt x="667193" y="543250"/>
                    <a:pt x="667193" y="543250"/>
                  </a:cubicBezTo>
                  <a:cubicBezTo>
                    <a:pt x="667193" y="543250"/>
                    <a:pt x="667193" y="577540"/>
                    <a:pt x="667193" y="577540"/>
                  </a:cubicBezTo>
                  <a:cubicBezTo>
                    <a:pt x="667193" y="577540"/>
                    <a:pt x="609388" y="577540"/>
                    <a:pt x="609388" y="577540"/>
                  </a:cubicBezTo>
                  <a:cubicBezTo>
                    <a:pt x="609388" y="577540"/>
                    <a:pt x="609388" y="646120"/>
                    <a:pt x="609388" y="646120"/>
                  </a:cubicBezTo>
                  <a:cubicBezTo>
                    <a:pt x="609388" y="646120"/>
                    <a:pt x="582929" y="646120"/>
                    <a:pt x="582929" y="646120"/>
                  </a:cubicBezTo>
                  <a:cubicBezTo>
                    <a:pt x="582929" y="646120"/>
                    <a:pt x="582929" y="680409"/>
                    <a:pt x="582929" y="680409"/>
                  </a:cubicBezTo>
                  <a:cubicBezTo>
                    <a:pt x="582929" y="680409"/>
                    <a:pt x="548639" y="680409"/>
                    <a:pt x="548639" y="680409"/>
                  </a:cubicBezTo>
                  <a:cubicBezTo>
                    <a:pt x="548639" y="680409"/>
                    <a:pt x="548639" y="714700"/>
                    <a:pt x="548639" y="714700"/>
                  </a:cubicBezTo>
                  <a:cubicBezTo>
                    <a:pt x="548639" y="714700"/>
                    <a:pt x="480059" y="714700"/>
                    <a:pt x="480059" y="714700"/>
                  </a:cubicBezTo>
                  <a:cubicBezTo>
                    <a:pt x="480059" y="714700"/>
                    <a:pt x="480059" y="783279"/>
                    <a:pt x="480059" y="783279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  <p:grpSp>
          <p:nvGrpSpPr>
            <p:cNvPr id="797547423" name=""/>
            <p:cNvGrpSpPr/>
            <p:nvPr/>
          </p:nvGrpSpPr>
          <p:grpSpPr bwMode="auto">
            <a:xfrm rot="663311" flipH="0" flipV="0">
              <a:off x="0" y="0"/>
              <a:ext cx="432702" cy="400844"/>
              <a:chOff x="0" y="0"/>
              <a:chExt cx="432702" cy="400844"/>
            </a:xfrm>
          </p:grpSpPr>
          <p:sp>
            <p:nvSpPr>
              <p:cNvPr id="255772595" name=""/>
              <p:cNvSpPr/>
              <p:nvPr/>
            </p:nvSpPr>
            <p:spPr bwMode="auto">
              <a:xfrm>
                <a:off x="29862" y="29862"/>
                <a:ext cx="372712" cy="341111"/>
              </a:xfrm>
              <a:custGeom>
                <a:avLst/>
                <a:gdLst/>
                <a:ahLst/>
                <a:cxnLst/>
                <a:rect l="0" t="0" r="r" b="b"/>
                <a:pathLst>
                  <a:path w="855842" h="783279" fill="norm" stroke="1" extrusionOk="0">
                    <a:moveTo>
                      <a:pt x="480059" y="783279"/>
                    </a:moveTo>
                    <a:cubicBezTo>
                      <a:pt x="480059" y="783279"/>
                      <a:pt x="411479" y="783279"/>
                      <a:pt x="411479" y="783279"/>
                    </a:cubicBezTo>
                    <a:cubicBezTo>
                      <a:pt x="411479" y="783279"/>
                      <a:pt x="411479" y="714700"/>
                      <a:pt x="411479" y="714700"/>
                    </a:cubicBezTo>
                    <a:cubicBezTo>
                      <a:pt x="411479" y="714700"/>
                      <a:pt x="342899" y="714700"/>
                      <a:pt x="342899" y="714700"/>
                    </a:cubicBezTo>
                    <a:cubicBezTo>
                      <a:pt x="342899" y="714700"/>
                      <a:pt x="342899" y="680409"/>
                      <a:pt x="342899" y="680409"/>
                    </a:cubicBezTo>
                    <a:cubicBezTo>
                      <a:pt x="342899" y="680409"/>
                      <a:pt x="274316" y="680409"/>
                      <a:pt x="274316" y="680409"/>
                    </a:cubicBezTo>
                    <a:cubicBezTo>
                      <a:pt x="274316" y="680409"/>
                      <a:pt x="274316" y="577540"/>
                      <a:pt x="274316" y="577540"/>
                    </a:cubicBezTo>
                    <a:cubicBezTo>
                      <a:pt x="274316" y="577540"/>
                      <a:pt x="205740" y="577540"/>
                      <a:pt x="205740" y="577540"/>
                    </a:cubicBezTo>
                    <a:cubicBezTo>
                      <a:pt x="205740" y="577540"/>
                      <a:pt x="205738" y="543250"/>
                      <a:pt x="205738" y="543250"/>
                    </a:cubicBezTo>
                    <a:cubicBezTo>
                      <a:pt x="205738" y="543250"/>
                      <a:pt x="133852" y="543250"/>
                      <a:pt x="133852" y="543250"/>
                    </a:cubicBezTo>
                    <a:cubicBezTo>
                      <a:pt x="133852" y="543250"/>
                      <a:pt x="133852" y="440379"/>
                      <a:pt x="133852" y="440379"/>
                    </a:cubicBezTo>
                    <a:cubicBezTo>
                      <a:pt x="133852" y="440379"/>
                      <a:pt x="68580" y="440379"/>
                      <a:pt x="68580" y="440379"/>
                    </a:cubicBezTo>
                    <a:cubicBezTo>
                      <a:pt x="68580" y="440379"/>
                      <a:pt x="68580" y="371797"/>
                      <a:pt x="68580" y="371797"/>
                    </a:cubicBezTo>
                    <a:cubicBezTo>
                      <a:pt x="68580" y="371797"/>
                      <a:pt x="0" y="371797"/>
                      <a:pt x="0" y="371797"/>
                    </a:cubicBezTo>
                    <a:cubicBezTo>
                      <a:pt x="0" y="371797"/>
                      <a:pt x="0" y="57322"/>
                      <a:pt x="0" y="57322"/>
                    </a:cubicBezTo>
                    <a:cubicBezTo>
                      <a:pt x="0" y="57322"/>
                      <a:pt x="68580" y="57322"/>
                      <a:pt x="68580" y="57322"/>
                    </a:cubicBezTo>
                    <a:cubicBezTo>
                      <a:pt x="68580" y="57322"/>
                      <a:pt x="68580" y="0"/>
                      <a:pt x="68580" y="0"/>
                    </a:cubicBezTo>
                    <a:cubicBezTo>
                      <a:pt x="68580" y="0"/>
                      <a:pt x="257051" y="0"/>
                      <a:pt x="257051" y="0"/>
                    </a:cubicBezTo>
                    <a:cubicBezTo>
                      <a:pt x="257051" y="0"/>
                      <a:pt x="257051" y="57322"/>
                      <a:pt x="257051" y="57322"/>
                    </a:cubicBezTo>
                    <a:cubicBezTo>
                      <a:pt x="257051" y="57322"/>
                      <a:pt x="325050" y="57322"/>
                      <a:pt x="325050" y="57322"/>
                    </a:cubicBezTo>
                    <a:cubicBezTo>
                      <a:pt x="325050" y="57322"/>
                      <a:pt x="325050" y="192833"/>
                      <a:pt x="325050" y="192833"/>
                    </a:cubicBezTo>
                    <a:cubicBezTo>
                      <a:pt x="325050" y="192833"/>
                      <a:pt x="393631" y="192833"/>
                      <a:pt x="393631" y="192833"/>
                    </a:cubicBezTo>
                    <a:cubicBezTo>
                      <a:pt x="393631" y="192833"/>
                      <a:pt x="393631" y="256788"/>
                      <a:pt x="393631" y="256788"/>
                    </a:cubicBezTo>
                    <a:cubicBezTo>
                      <a:pt x="393631" y="256788"/>
                      <a:pt x="462211" y="256788"/>
                      <a:pt x="462211" y="256788"/>
                    </a:cubicBezTo>
                    <a:cubicBezTo>
                      <a:pt x="462211" y="256788"/>
                      <a:pt x="462211" y="192833"/>
                      <a:pt x="462211" y="192833"/>
                    </a:cubicBezTo>
                    <a:cubicBezTo>
                      <a:pt x="462211" y="192833"/>
                      <a:pt x="530791" y="192833"/>
                      <a:pt x="530791" y="192833"/>
                    </a:cubicBezTo>
                    <a:cubicBezTo>
                      <a:pt x="530791" y="192833"/>
                      <a:pt x="530791" y="68580"/>
                      <a:pt x="530791" y="68580"/>
                    </a:cubicBezTo>
                    <a:cubicBezTo>
                      <a:pt x="530791" y="68580"/>
                      <a:pt x="599372" y="68580"/>
                      <a:pt x="599372" y="68580"/>
                    </a:cubicBezTo>
                    <a:cubicBezTo>
                      <a:pt x="599372" y="68580"/>
                      <a:pt x="599372" y="0"/>
                      <a:pt x="599372" y="0"/>
                    </a:cubicBezTo>
                    <a:cubicBezTo>
                      <a:pt x="599372" y="0"/>
                      <a:pt x="787843" y="0"/>
                      <a:pt x="787843" y="0"/>
                    </a:cubicBezTo>
                    <a:cubicBezTo>
                      <a:pt x="787843" y="0"/>
                      <a:pt x="787844" y="68579"/>
                      <a:pt x="787844" y="68579"/>
                    </a:cubicBezTo>
                    <a:cubicBezTo>
                      <a:pt x="787844" y="68579"/>
                      <a:pt x="855842" y="68580"/>
                      <a:pt x="855842" y="68580"/>
                    </a:cubicBezTo>
                    <a:cubicBezTo>
                      <a:pt x="855842" y="68580"/>
                      <a:pt x="855842" y="383055"/>
                      <a:pt x="855842" y="383055"/>
                    </a:cubicBezTo>
                    <a:cubicBezTo>
                      <a:pt x="855842" y="383055"/>
                      <a:pt x="793884" y="383055"/>
                      <a:pt x="793884" y="383055"/>
                    </a:cubicBezTo>
                    <a:cubicBezTo>
                      <a:pt x="793884" y="383055"/>
                      <a:pt x="793884" y="440379"/>
                      <a:pt x="793884" y="440379"/>
                    </a:cubicBezTo>
                    <a:cubicBezTo>
                      <a:pt x="793884" y="440379"/>
                      <a:pt x="725304" y="440379"/>
                      <a:pt x="725304" y="440379"/>
                    </a:cubicBezTo>
                    <a:cubicBezTo>
                      <a:pt x="725304" y="440379"/>
                      <a:pt x="725304" y="543250"/>
                      <a:pt x="725304" y="543250"/>
                    </a:cubicBezTo>
                    <a:cubicBezTo>
                      <a:pt x="725304" y="543250"/>
                      <a:pt x="667193" y="543250"/>
                      <a:pt x="667193" y="543250"/>
                    </a:cubicBezTo>
                    <a:cubicBezTo>
                      <a:pt x="667193" y="543250"/>
                      <a:pt x="667193" y="577540"/>
                      <a:pt x="667193" y="577540"/>
                    </a:cubicBezTo>
                    <a:cubicBezTo>
                      <a:pt x="667193" y="577540"/>
                      <a:pt x="609388" y="577540"/>
                      <a:pt x="609388" y="577540"/>
                    </a:cubicBezTo>
                    <a:cubicBezTo>
                      <a:pt x="609388" y="577540"/>
                      <a:pt x="609388" y="646120"/>
                      <a:pt x="609388" y="646120"/>
                    </a:cubicBezTo>
                    <a:cubicBezTo>
                      <a:pt x="609388" y="646120"/>
                      <a:pt x="582929" y="646120"/>
                      <a:pt x="582929" y="646120"/>
                    </a:cubicBezTo>
                    <a:cubicBezTo>
                      <a:pt x="582929" y="646120"/>
                      <a:pt x="582929" y="680409"/>
                      <a:pt x="582929" y="680409"/>
                    </a:cubicBezTo>
                    <a:cubicBezTo>
                      <a:pt x="582929" y="680409"/>
                      <a:pt x="548639" y="680409"/>
                      <a:pt x="548639" y="680409"/>
                    </a:cubicBezTo>
                    <a:cubicBezTo>
                      <a:pt x="548639" y="680409"/>
                      <a:pt x="548639" y="714700"/>
                      <a:pt x="548639" y="714700"/>
                    </a:cubicBezTo>
                    <a:cubicBezTo>
                      <a:pt x="548639" y="714700"/>
                      <a:pt x="480059" y="714700"/>
                      <a:pt x="480059" y="714700"/>
                    </a:cubicBezTo>
                    <a:cubicBezTo>
                      <a:pt x="480059" y="714700"/>
                      <a:pt x="480059" y="783279"/>
                      <a:pt x="480059" y="783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320638299" name=""/>
              <p:cNvSpPr/>
              <p:nvPr/>
            </p:nvSpPr>
            <p:spPr bwMode="auto">
              <a:xfrm>
                <a:off x="82953" y="96894"/>
                <a:ext cx="58854" cy="59729"/>
              </a:xfrm>
              <a:custGeom>
                <a:avLst/>
                <a:gdLst/>
                <a:ahLst/>
                <a:cxnLst/>
                <a:rect l="0" t="0" r="r" b="b"/>
                <a:pathLst>
                  <a:path w="135150" h="137160" fill="norm" stroke="1" extrusionOk="0">
                    <a:moveTo>
                      <a:pt x="68580" y="137160"/>
                    </a:moveTo>
                    <a:cubicBezTo>
                      <a:pt x="68580" y="137160"/>
                      <a:pt x="0" y="137160"/>
                      <a:pt x="0" y="137160"/>
                    </a:cubicBezTo>
                    <a:cubicBezTo>
                      <a:pt x="0" y="137160"/>
                      <a:pt x="0" y="0"/>
                      <a:pt x="0" y="0"/>
                    </a:cubicBezTo>
                    <a:cubicBezTo>
                      <a:pt x="0" y="0"/>
                      <a:pt x="135150" y="0"/>
                      <a:pt x="135150" y="0"/>
                    </a:cubicBezTo>
                    <a:cubicBezTo>
                      <a:pt x="135150" y="0"/>
                      <a:pt x="135150" y="68580"/>
                      <a:pt x="135150" y="68580"/>
                    </a:cubicBezTo>
                    <a:cubicBezTo>
                      <a:pt x="135150" y="68580"/>
                      <a:pt x="68580" y="68580"/>
                      <a:pt x="68580" y="68580"/>
                    </a:cubicBezTo>
                    <a:cubicBezTo>
                      <a:pt x="68580" y="68580"/>
                      <a:pt x="68580" y="137160"/>
                      <a:pt x="68580" y="13716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1781953158" name=""/>
              <p:cNvSpPr/>
              <p:nvPr/>
            </p:nvSpPr>
            <p:spPr bwMode="auto">
              <a:xfrm>
                <a:off x="179194" y="61686"/>
                <a:ext cx="223635" cy="309287"/>
              </a:xfrm>
              <a:custGeom>
                <a:avLst/>
                <a:gdLst/>
                <a:ahLst/>
                <a:cxnLst/>
                <a:rect l="0" t="0" r="r" b="b"/>
                <a:pathLst>
                  <a:path w="513528" h="710206" fill="norm" stroke="1" extrusionOk="0">
                    <a:moveTo>
                      <a:pt x="0" y="573047"/>
                    </a:moveTo>
                    <a:cubicBezTo>
                      <a:pt x="0" y="573047"/>
                      <a:pt x="68580" y="573047"/>
                      <a:pt x="68580" y="573047"/>
                    </a:cubicBezTo>
                    <a:cubicBezTo>
                      <a:pt x="68580" y="573047"/>
                      <a:pt x="68580" y="548005"/>
                      <a:pt x="68580" y="548005"/>
                    </a:cubicBezTo>
                    <a:cubicBezTo>
                      <a:pt x="68580" y="548005"/>
                      <a:pt x="137160" y="548005"/>
                      <a:pt x="137160" y="548005"/>
                    </a:cubicBezTo>
                    <a:cubicBezTo>
                      <a:pt x="137160" y="548005"/>
                      <a:pt x="137160" y="479427"/>
                      <a:pt x="137160" y="479427"/>
                    </a:cubicBezTo>
                    <a:cubicBezTo>
                      <a:pt x="137160" y="479427"/>
                      <a:pt x="197909" y="479427"/>
                      <a:pt x="197909" y="479427"/>
                    </a:cubicBezTo>
                    <a:cubicBezTo>
                      <a:pt x="197909" y="479427"/>
                      <a:pt x="197909" y="410847"/>
                      <a:pt x="197909" y="410847"/>
                    </a:cubicBezTo>
                    <a:cubicBezTo>
                      <a:pt x="197909" y="410847"/>
                      <a:pt x="256473" y="410847"/>
                      <a:pt x="256473" y="410847"/>
                    </a:cubicBezTo>
                    <a:cubicBezTo>
                      <a:pt x="256473" y="410847"/>
                      <a:pt x="256473" y="354787"/>
                      <a:pt x="256473" y="354787"/>
                    </a:cubicBezTo>
                    <a:cubicBezTo>
                      <a:pt x="256473" y="354787"/>
                      <a:pt x="325053" y="354787"/>
                      <a:pt x="325053" y="354787"/>
                    </a:cubicBezTo>
                    <a:cubicBezTo>
                      <a:pt x="325053" y="354787"/>
                      <a:pt x="325053" y="273687"/>
                      <a:pt x="325053" y="273687"/>
                    </a:cubicBezTo>
                    <a:cubicBezTo>
                      <a:pt x="325053" y="273687"/>
                      <a:pt x="380342" y="273687"/>
                      <a:pt x="380342" y="273687"/>
                    </a:cubicBezTo>
                    <a:cubicBezTo>
                      <a:pt x="380342" y="273687"/>
                      <a:pt x="380342" y="205107"/>
                      <a:pt x="380342" y="205107"/>
                    </a:cubicBezTo>
                    <a:cubicBezTo>
                      <a:pt x="380342" y="205107"/>
                      <a:pt x="444948" y="205106"/>
                      <a:pt x="444948" y="205106"/>
                    </a:cubicBezTo>
                    <a:cubicBezTo>
                      <a:pt x="444948" y="205106"/>
                      <a:pt x="444948" y="0"/>
                      <a:pt x="444948" y="0"/>
                    </a:cubicBezTo>
                    <a:cubicBezTo>
                      <a:pt x="444948" y="0"/>
                      <a:pt x="513528" y="0"/>
                      <a:pt x="513528" y="0"/>
                    </a:cubicBezTo>
                    <a:cubicBezTo>
                      <a:pt x="513528" y="0"/>
                      <a:pt x="513528" y="318566"/>
                      <a:pt x="513528" y="318566"/>
                    </a:cubicBezTo>
                    <a:cubicBezTo>
                      <a:pt x="513528" y="318566"/>
                      <a:pt x="448921" y="318566"/>
                      <a:pt x="448921" y="318566"/>
                    </a:cubicBezTo>
                    <a:cubicBezTo>
                      <a:pt x="448921" y="318566"/>
                      <a:pt x="448922" y="367307"/>
                      <a:pt x="448922" y="367307"/>
                    </a:cubicBezTo>
                    <a:cubicBezTo>
                      <a:pt x="448922" y="367307"/>
                      <a:pt x="393633" y="367306"/>
                      <a:pt x="393633" y="367306"/>
                    </a:cubicBezTo>
                    <a:cubicBezTo>
                      <a:pt x="393633" y="367306"/>
                      <a:pt x="393633" y="435887"/>
                      <a:pt x="393633" y="435887"/>
                    </a:cubicBezTo>
                    <a:cubicBezTo>
                      <a:pt x="393633" y="435887"/>
                      <a:pt x="325053" y="435887"/>
                      <a:pt x="325053" y="435887"/>
                    </a:cubicBezTo>
                    <a:cubicBezTo>
                      <a:pt x="325053" y="435887"/>
                      <a:pt x="325053" y="516986"/>
                      <a:pt x="325053" y="516986"/>
                    </a:cubicBezTo>
                    <a:cubicBezTo>
                      <a:pt x="325053" y="516986"/>
                      <a:pt x="266489" y="516986"/>
                      <a:pt x="266489" y="516986"/>
                    </a:cubicBezTo>
                    <a:cubicBezTo>
                      <a:pt x="266489" y="516986"/>
                      <a:pt x="266489" y="573046"/>
                      <a:pt x="266489" y="573046"/>
                    </a:cubicBezTo>
                    <a:cubicBezTo>
                      <a:pt x="266489" y="573046"/>
                      <a:pt x="205740" y="573046"/>
                      <a:pt x="205740" y="573046"/>
                    </a:cubicBezTo>
                    <a:cubicBezTo>
                      <a:pt x="205740" y="573046"/>
                      <a:pt x="205740" y="641627"/>
                      <a:pt x="205740" y="641627"/>
                    </a:cubicBezTo>
                    <a:cubicBezTo>
                      <a:pt x="205740" y="641627"/>
                      <a:pt x="137160" y="641627"/>
                      <a:pt x="137160" y="641627"/>
                    </a:cubicBezTo>
                    <a:cubicBezTo>
                      <a:pt x="137160" y="641627"/>
                      <a:pt x="137160" y="710206"/>
                      <a:pt x="137160" y="710206"/>
                    </a:cubicBezTo>
                    <a:cubicBezTo>
                      <a:pt x="137160" y="710206"/>
                      <a:pt x="68580" y="710206"/>
                      <a:pt x="68580" y="710206"/>
                    </a:cubicBezTo>
                    <a:cubicBezTo>
                      <a:pt x="68580" y="710206"/>
                      <a:pt x="68580" y="641627"/>
                      <a:pt x="68580" y="641627"/>
                    </a:cubicBezTo>
                    <a:cubicBezTo>
                      <a:pt x="68580" y="641627"/>
                      <a:pt x="0" y="641627"/>
                      <a:pt x="0" y="641627"/>
                    </a:cubicBezTo>
                    <a:cubicBezTo>
                      <a:pt x="0" y="641627"/>
                      <a:pt x="0" y="573047"/>
                      <a:pt x="0" y="573047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  <a:alpha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grpSp>
            <p:nvGrpSpPr>
              <p:cNvPr id="1794241960" name=""/>
              <p:cNvGrpSpPr/>
              <p:nvPr/>
            </p:nvGrpSpPr>
            <p:grpSpPr bwMode="auto">
              <a:xfrm flipH="0" flipV="0">
                <a:off x="0" y="0"/>
                <a:ext cx="432702" cy="400844"/>
                <a:chOff x="0" y="0"/>
                <a:chExt cx="432702" cy="400844"/>
              </a:xfrm>
            </p:grpSpPr>
            <p:sp>
              <p:nvSpPr>
                <p:cNvPr id="453574019" name=""/>
                <p:cNvSpPr/>
                <p:nvPr/>
              </p:nvSpPr>
              <p:spPr bwMode="auto">
                <a:xfrm rot="0" flipH="0" flipV="0">
                  <a:off x="59729" y="0"/>
                  <a:ext cx="82076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60201943" name=""/>
                <p:cNvSpPr/>
                <p:nvPr/>
              </p:nvSpPr>
              <p:spPr bwMode="auto">
                <a:xfrm rot="0" flipH="0" flipV="0">
                  <a:off x="29862" y="31818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79990450" name=""/>
                <p:cNvSpPr/>
                <p:nvPr/>
              </p:nvSpPr>
              <p:spPr bwMode="auto">
                <a:xfrm rot="0" flipH="0" flipV="0">
                  <a:off x="141809" y="31818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93288113" name=""/>
                <p:cNvSpPr/>
                <p:nvPr/>
              </p:nvSpPr>
              <p:spPr bwMode="auto">
                <a:xfrm rot="0" flipH="0" flipV="0">
                  <a:off x="0" y="61740"/>
                  <a:ext cx="29862" cy="13003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54129847" name=""/>
                <p:cNvSpPr/>
                <p:nvPr/>
              </p:nvSpPr>
              <p:spPr bwMode="auto">
                <a:xfrm rot="0" flipH="0" flipV="0">
                  <a:off x="171423" y="61740"/>
                  <a:ext cx="29862" cy="52097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47907778" name=""/>
                <p:cNvSpPr/>
                <p:nvPr/>
              </p:nvSpPr>
              <p:spPr bwMode="auto">
                <a:xfrm rot="0" flipH="0" flipV="0">
                  <a:off x="201288" y="111827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61103499" name=""/>
                <p:cNvSpPr/>
                <p:nvPr/>
              </p:nvSpPr>
              <p:spPr bwMode="auto">
                <a:xfrm rot="0" flipH="0" flipV="0">
                  <a:off x="231156" y="61740"/>
                  <a:ext cx="29862" cy="52097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98765333" name=""/>
                <p:cNvSpPr/>
                <p:nvPr/>
              </p:nvSpPr>
              <p:spPr bwMode="auto">
                <a:xfrm rot="0" flipH="0" flipV="0">
                  <a:off x="261020" y="31818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6008312" name=""/>
                <p:cNvSpPr/>
                <p:nvPr/>
              </p:nvSpPr>
              <p:spPr bwMode="auto">
                <a:xfrm rot="0" flipH="0" flipV="0">
                  <a:off x="290889" y="1953"/>
                  <a:ext cx="82076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59621139" name=""/>
                <p:cNvSpPr/>
                <p:nvPr/>
              </p:nvSpPr>
              <p:spPr bwMode="auto">
                <a:xfrm rot="0" flipH="0" flipV="0">
                  <a:off x="372969" y="31818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72789498" name=""/>
                <p:cNvSpPr/>
                <p:nvPr/>
              </p:nvSpPr>
              <p:spPr bwMode="auto">
                <a:xfrm rot="0" flipH="0" flipV="0">
                  <a:off x="402833" y="61740"/>
                  <a:ext cx="29862" cy="13003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112345352" name=""/>
                <p:cNvSpPr/>
                <p:nvPr/>
              </p:nvSpPr>
              <p:spPr bwMode="auto">
                <a:xfrm rot="0" flipH="0" flipV="0">
                  <a:off x="29862" y="191781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46509796" name=""/>
                <p:cNvSpPr/>
                <p:nvPr/>
              </p:nvSpPr>
              <p:spPr bwMode="auto">
                <a:xfrm rot="0" flipH="0" flipV="0">
                  <a:off x="375595" y="191781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85963018" name=""/>
                <p:cNvSpPr/>
                <p:nvPr/>
              </p:nvSpPr>
              <p:spPr bwMode="auto">
                <a:xfrm rot="0" flipH="0" flipV="0">
                  <a:off x="345729" y="221645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97418705" name=""/>
                <p:cNvSpPr/>
                <p:nvPr/>
              </p:nvSpPr>
              <p:spPr bwMode="auto">
                <a:xfrm rot="0" flipH="0" flipV="0">
                  <a:off x="320422" y="251514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4435332" name=""/>
                <p:cNvSpPr/>
                <p:nvPr/>
              </p:nvSpPr>
              <p:spPr bwMode="auto">
                <a:xfrm rot="0" flipH="0" flipV="0">
                  <a:off x="290889" y="281379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65886643" name=""/>
                <p:cNvSpPr/>
                <p:nvPr/>
              </p:nvSpPr>
              <p:spPr bwMode="auto">
                <a:xfrm rot="0" flipH="0" flipV="0">
                  <a:off x="59728" y="221645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03441514" name=""/>
                <p:cNvSpPr/>
                <p:nvPr/>
              </p:nvSpPr>
              <p:spPr bwMode="auto">
                <a:xfrm rot="0" flipH="0" flipV="0">
                  <a:off x="89595" y="251514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42733710" name=""/>
                <p:cNvSpPr/>
                <p:nvPr/>
              </p:nvSpPr>
              <p:spPr bwMode="auto">
                <a:xfrm rot="0" flipH="0" flipV="0">
                  <a:off x="119461" y="281379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50596991" name=""/>
                <p:cNvSpPr/>
                <p:nvPr/>
              </p:nvSpPr>
              <p:spPr bwMode="auto">
                <a:xfrm rot="0" flipH="0" flipV="0">
                  <a:off x="149327" y="311247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69093650" name=""/>
                <p:cNvSpPr/>
                <p:nvPr/>
              </p:nvSpPr>
              <p:spPr bwMode="auto">
                <a:xfrm rot="0" flipH="0" flipV="0">
                  <a:off x="179194" y="341111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815414808" name=""/>
                <p:cNvSpPr/>
                <p:nvPr/>
              </p:nvSpPr>
              <p:spPr bwMode="auto">
                <a:xfrm rot="0" flipH="0" flipV="0">
                  <a:off x="209061" y="370980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45884679" name=""/>
                <p:cNvSpPr/>
                <p:nvPr/>
              </p:nvSpPr>
              <p:spPr bwMode="auto">
                <a:xfrm rot="0" flipH="0" flipV="0">
                  <a:off x="238926" y="341111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17186005" name=""/>
                <p:cNvSpPr/>
                <p:nvPr/>
              </p:nvSpPr>
              <p:spPr bwMode="auto">
                <a:xfrm rot="0" flipH="0" flipV="0">
                  <a:off x="268794" y="311247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</p:grpSp>
      <p:sp>
        <p:nvSpPr>
          <p:cNvPr id="956548892" name=""/>
          <p:cNvSpPr/>
          <p:nvPr/>
        </p:nvSpPr>
        <p:spPr bwMode="auto">
          <a:xfrm rot="0" flipH="0" flipV="0">
            <a:off x="3308859" y="0"/>
            <a:ext cx="371471" cy="523872"/>
          </a:xfrm>
          <a:prstGeom prst="parallelogram">
            <a:avLst>
              <a:gd name="adj" fmla="val 36110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14351573" name=""/>
          <p:cNvGrpSpPr/>
          <p:nvPr/>
        </p:nvGrpSpPr>
        <p:grpSpPr bwMode="auto">
          <a:xfrm>
            <a:off x="2705553" y="1129702"/>
            <a:ext cx="6780888" cy="4110795"/>
            <a:chOff x="0" y="0"/>
            <a:chExt cx="6780888" cy="4110795"/>
          </a:xfrm>
        </p:grpSpPr>
        <p:sp>
          <p:nvSpPr>
            <p:cNvPr id="707758900" name=""/>
            <p:cNvSpPr/>
            <p:nvPr/>
          </p:nvSpPr>
          <p:spPr bwMode="auto">
            <a:xfrm flipH="0" flipV="0">
              <a:off x="0" y="0"/>
              <a:ext cx="6780889" cy="4110796"/>
            </a:xfrm>
            <a:prstGeom prst="rect">
              <a:avLst/>
            </a:prstGeom>
            <a:solidFill>
              <a:schemeClr val="bg1">
                <a:alpha val="99999"/>
              </a:schemeClr>
            </a:solidFill>
            <a:ln w="38099" cap="flat" cmpd="sng" algn="ctr">
              <a:solidFill>
                <a:schemeClr val="bg2">
                  <a:lumMod val="25098"/>
                </a:schemeClr>
              </a:solidFill>
              <a:prstDash val="solid"/>
              <a:miter lim="800000"/>
            </a:ln>
            <a:effectLst>
              <a:outerShdw blurRad="50800" dist="101600" dir="8100000" sx="100000" sy="100000" algn="tr" rotWithShape="0">
                <a:schemeClr val="accent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741065152" name=""/>
            <p:cNvGrpSpPr/>
            <p:nvPr/>
          </p:nvGrpSpPr>
          <p:grpSpPr bwMode="auto">
            <a:xfrm>
              <a:off x="0" y="5652"/>
              <a:ext cx="6780888" cy="556137"/>
              <a:chOff x="0" y="0"/>
              <a:chExt cx="6780888" cy="556137"/>
            </a:xfrm>
          </p:grpSpPr>
          <p:sp>
            <p:nvSpPr>
              <p:cNvPr id="160987958" name=""/>
              <p:cNvSpPr/>
              <p:nvPr/>
            </p:nvSpPr>
            <p:spPr bwMode="auto">
              <a:xfrm flipH="0" flipV="0">
                <a:off x="0" y="0"/>
                <a:ext cx="6780888" cy="556137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alpha val="71000"/>
                    </a:schemeClr>
                  </a:gs>
                  <a:gs pos="100000">
                    <a:srgbClr val="FFD966">
                      <a:alpha val="71000"/>
                    </a:srgbClr>
                  </a:gs>
                </a:gsLst>
                <a:lin ang="0" scaled="1"/>
              </a:gradFill>
              <a:ln w="38099" cap="flat" cmpd="sng" algn="ctr">
                <a:solidFill>
                  <a:schemeClr val="bg2">
                    <a:lumMod val="25098"/>
                  </a:schemeClr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/>
              </a:p>
            </p:txBody>
          </p:sp>
          <p:grpSp>
            <p:nvGrpSpPr>
              <p:cNvPr id="278172840" name=""/>
              <p:cNvGrpSpPr/>
              <p:nvPr/>
            </p:nvGrpSpPr>
            <p:grpSpPr bwMode="auto">
              <a:xfrm>
                <a:off x="6282248" y="114654"/>
                <a:ext cx="326820" cy="326820"/>
                <a:chOff x="0" y="0"/>
                <a:chExt cx="326820" cy="326820"/>
              </a:xfrm>
            </p:grpSpPr>
            <p:sp>
              <p:nvSpPr>
                <p:cNvPr id="1457638970" name=""/>
                <p:cNvSpPr/>
                <p:nvPr/>
              </p:nvSpPr>
              <p:spPr bwMode="auto">
                <a:xfrm rot="0" flipH="0" flipV="0">
                  <a:off x="0" y="0"/>
                  <a:ext cx="326820" cy="326820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grpSp>
              <p:nvGrpSpPr>
                <p:cNvPr id="1932280813" name=""/>
                <p:cNvGrpSpPr/>
                <p:nvPr/>
              </p:nvGrpSpPr>
              <p:grpSpPr bwMode="auto">
                <a:xfrm>
                  <a:off x="30720" y="30720"/>
                  <a:ext cx="265374" cy="265374"/>
                  <a:chOff x="0" y="0"/>
                  <a:chExt cx="265374" cy="265374"/>
                </a:xfrm>
              </p:grpSpPr>
              <p:cxnSp>
                <p:nvCxnSpPr>
                  <p:cNvPr id="1692650297" name=""/>
                  <p:cNvCxnSpPr/>
                  <p:nvPr/>
                </p:nvCxnSpPr>
                <p:spPr bwMode="auto">
                  <a:xfrm rot="2699937" flipH="0" flipV="0">
                    <a:off x="0" y="138189"/>
                    <a:ext cx="26537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tx2">
                        <a:lumMod val="50196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05861624" name=""/>
                  <p:cNvCxnSpPr/>
                  <p:nvPr/>
                </p:nvCxnSpPr>
                <p:spPr bwMode="auto">
                  <a:xfrm rot="8099947" flipH="0" flipV="0">
                    <a:off x="0" y="132687"/>
                    <a:ext cx="26537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tx2">
                        <a:lumMod val="50196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869475887" name=""/>
              <p:cNvGrpSpPr/>
              <p:nvPr/>
            </p:nvGrpSpPr>
            <p:grpSpPr bwMode="auto">
              <a:xfrm>
                <a:off x="5805017" y="114654"/>
                <a:ext cx="326820" cy="326820"/>
                <a:chOff x="0" y="0"/>
                <a:chExt cx="326820" cy="326820"/>
              </a:xfrm>
            </p:grpSpPr>
            <p:sp>
              <p:nvSpPr>
                <p:cNvPr id="1319864396" name=""/>
                <p:cNvSpPr/>
                <p:nvPr/>
              </p:nvSpPr>
              <p:spPr bwMode="auto">
                <a:xfrm rot="0" flipH="0" flipV="0">
                  <a:off x="0" y="0"/>
                  <a:ext cx="326820" cy="326820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8242009" name=""/>
                <p:cNvSpPr/>
                <p:nvPr/>
              </p:nvSpPr>
              <p:spPr bwMode="auto">
                <a:xfrm rot="0" flipH="0" flipV="0">
                  <a:off x="43023" y="43023"/>
                  <a:ext cx="240768" cy="240768"/>
                </a:xfrm>
                <a:prstGeom prst="rect">
                  <a:avLst/>
                </a:prstGeom>
                <a:noFill/>
                <a:ln w="28575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233810060" name=""/>
              <p:cNvGrpSpPr/>
              <p:nvPr/>
            </p:nvGrpSpPr>
            <p:grpSpPr bwMode="auto">
              <a:xfrm>
                <a:off x="5327786" y="114654"/>
                <a:ext cx="326820" cy="326820"/>
                <a:chOff x="0" y="0"/>
                <a:chExt cx="326820" cy="326820"/>
              </a:xfrm>
            </p:grpSpPr>
            <p:sp>
              <p:nvSpPr>
                <p:cNvPr id="1348424472" name=""/>
                <p:cNvSpPr/>
                <p:nvPr/>
              </p:nvSpPr>
              <p:spPr bwMode="auto">
                <a:xfrm rot="0" flipH="0" flipV="0">
                  <a:off x="0" y="0"/>
                  <a:ext cx="326820" cy="326820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88226764" name=""/>
                <p:cNvCxnSpPr/>
                <p:nvPr/>
              </p:nvCxnSpPr>
              <p:spPr bwMode="auto">
                <a:xfrm flipH="0" flipV="0">
                  <a:off x="30720" y="260507"/>
                  <a:ext cx="265374" cy="0"/>
                </a:xfrm>
                <a:prstGeom prst="line">
                  <a:avLst/>
                </a:prstGeom>
                <a:ln w="28575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92858008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2693965" y="1697933"/>
            <a:ext cx="6791738" cy="181202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ctr">
              <a:defRPr sz="6000"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  <a:lvl6pPr>
              <a:defRPr b="1"/>
            </a:lvl6pPr>
            <a:lvl7pPr>
              <a:defRPr b="1"/>
            </a:lvl7pPr>
            <a:lvl8pPr>
              <a:defRPr b="1"/>
            </a:lvl8pPr>
            <a:lvl9pPr>
              <a:defRPr b="1"/>
            </a:lvl9pPr>
          </a:lstStyle>
          <a:p>
            <a:pPr>
              <a:defRPr/>
            </a:pPr>
            <a:r>
              <a:rPr/>
              <a:t>CLICK TO EDIT MASTER TITLE </a:t>
            </a:r>
            <a:endParaRPr/>
          </a:p>
        </p:txBody>
      </p:sp>
      <p:sp>
        <p:nvSpPr>
          <p:cNvPr id="465632194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3207439" y="3602036"/>
            <a:ext cx="5777118" cy="99480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grpSp>
        <p:nvGrpSpPr>
          <p:cNvPr id="463718219" name=""/>
          <p:cNvGrpSpPr/>
          <p:nvPr/>
        </p:nvGrpSpPr>
        <p:grpSpPr bwMode="auto">
          <a:xfrm>
            <a:off x="2897791" y="892489"/>
            <a:ext cx="714375" cy="714375"/>
            <a:chOff x="0" y="0"/>
            <a:chExt cx="714375" cy="714375"/>
          </a:xfrm>
        </p:grpSpPr>
        <p:sp>
          <p:nvSpPr>
            <p:cNvPr id="1970568967" name=""/>
            <p:cNvSpPr/>
            <p:nvPr/>
          </p:nvSpPr>
          <p:spPr bwMode="auto">
            <a:xfrm rot="0" flipH="0" flipV="0">
              <a:off x="0" y="476246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60868726" name=""/>
            <p:cNvSpPr/>
            <p:nvPr/>
          </p:nvSpPr>
          <p:spPr bwMode="auto">
            <a:xfrm rot="0" flipH="0" flipV="0">
              <a:off x="238124" y="238122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48012626" name=""/>
            <p:cNvSpPr/>
            <p:nvPr/>
          </p:nvSpPr>
          <p:spPr bwMode="auto">
            <a:xfrm rot="0" flipH="0" flipV="0">
              <a:off x="476247" y="0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  <p:grpSp>
        <p:nvGrpSpPr>
          <p:cNvPr id="563167015" name=""/>
          <p:cNvGrpSpPr/>
          <p:nvPr/>
        </p:nvGrpSpPr>
        <p:grpSpPr bwMode="auto">
          <a:xfrm>
            <a:off x="8576922" y="4816395"/>
            <a:ext cx="491152" cy="868590"/>
            <a:chOff x="0" y="0"/>
            <a:chExt cx="491152" cy="868590"/>
          </a:xfrm>
        </p:grpSpPr>
        <p:sp>
          <p:nvSpPr>
            <p:cNvPr id="313039648" name=""/>
            <p:cNvSpPr/>
            <p:nvPr/>
          </p:nvSpPr>
          <p:spPr bwMode="auto">
            <a:xfrm rot="0" flipH="0" flipV="0">
              <a:off x="62228" y="138303"/>
              <a:ext cx="365760" cy="640074"/>
            </a:xfrm>
            <a:custGeom>
              <a:avLst/>
              <a:gdLst/>
              <a:ahLst/>
              <a:cxnLst/>
              <a:rect l="0" t="0" r="r" b="b"/>
              <a:pathLst>
                <a:path w="369794" h="714934" fill="norm" stroke="1" extrusionOk="0">
                  <a:moveTo>
                    <a:pt x="181535" y="123263"/>
                  </a:moveTo>
                  <a:cubicBezTo>
                    <a:pt x="181535" y="123263"/>
                    <a:pt x="181535" y="183776"/>
                    <a:pt x="181535" y="183776"/>
                  </a:cubicBezTo>
                  <a:cubicBezTo>
                    <a:pt x="181535" y="183776"/>
                    <a:pt x="259975" y="183776"/>
                    <a:pt x="259975" y="183776"/>
                  </a:cubicBezTo>
                  <a:cubicBezTo>
                    <a:pt x="259975" y="183776"/>
                    <a:pt x="259975" y="250450"/>
                    <a:pt x="259975" y="250450"/>
                  </a:cubicBezTo>
                  <a:cubicBezTo>
                    <a:pt x="259975" y="250450"/>
                    <a:pt x="318248" y="250450"/>
                    <a:pt x="318248" y="250450"/>
                  </a:cubicBezTo>
                  <a:cubicBezTo>
                    <a:pt x="318248" y="250450"/>
                    <a:pt x="318248" y="305920"/>
                    <a:pt x="318248" y="305920"/>
                  </a:cubicBezTo>
                  <a:cubicBezTo>
                    <a:pt x="318248" y="305920"/>
                    <a:pt x="369794" y="305920"/>
                    <a:pt x="369794" y="305920"/>
                  </a:cubicBezTo>
                  <a:cubicBezTo>
                    <a:pt x="369794" y="305920"/>
                    <a:pt x="369794" y="361389"/>
                    <a:pt x="369794" y="361389"/>
                  </a:cubicBezTo>
                  <a:cubicBezTo>
                    <a:pt x="369794" y="361389"/>
                    <a:pt x="259975" y="361389"/>
                    <a:pt x="259975" y="361389"/>
                  </a:cubicBezTo>
                  <a:cubicBezTo>
                    <a:pt x="259975" y="361389"/>
                    <a:pt x="259975" y="493058"/>
                    <a:pt x="259975" y="493058"/>
                  </a:cubicBezTo>
                  <a:cubicBezTo>
                    <a:pt x="259975" y="493058"/>
                    <a:pt x="311523" y="493058"/>
                    <a:pt x="311523" y="493058"/>
                  </a:cubicBezTo>
                  <a:cubicBezTo>
                    <a:pt x="311523" y="493058"/>
                    <a:pt x="311524" y="603997"/>
                    <a:pt x="311524" y="603997"/>
                  </a:cubicBezTo>
                  <a:cubicBezTo>
                    <a:pt x="311524" y="603997"/>
                    <a:pt x="369793" y="603997"/>
                    <a:pt x="369793" y="603997"/>
                  </a:cubicBezTo>
                  <a:cubicBezTo>
                    <a:pt x="369793" y="603997"/>
                    <a:pt x="369793" y="714934"/>
                    <a:pt x="369793" y="714934"/>
                  </a:cubicBezTo>
                  <a:cubicBezTo>
                    <a:pt x="369793" y="714934"/>
                    <a:pt x="253252" y="714934"/>
                    <a:pt x="253252" y="714934"/>
                  </a:cubicBezTo>
                  <a:cubicBezTo>
                    <a:pt x="253252" y="714934"/>
                    <a:pt x="253252" y="603047"/>
                    <a:pt x="253252" y="603047"/>
                  </a:cubicBezTo>
                  <a:cubicBezTo>
                    <a:pt x="253252" y="603047"/>
                    <a:pt x="181534" y="603047"/>
                    <a:pt x="181534" y="603047"/>
                  </a:cubicBezTo>
                  <a:cubicBezTo>
                    <a:pt x="181534" y="603047"/>
                    <a:pt x="181534" y="488576"/>
                    <a:pt x="181534" y="488576"/>
                  </a:cubicBezTo>
                  <a:cubicBezTo>
                    <a:pt x="181534" y="488576"/>
                    <a:pt x="0" y="488576"/>
                    <a:pt x="0" y="488576"/>
                  </a:cubicBezTo>
                  <a:cubicBezTo>
                    <a:pt x="0" y="488576"/>
                    <a:pt x="0" y="0"/>
                    <a:pt x="0" y="0"/>
                  </a:cubicBezTo>
                  <a:cubicBezTo>
                    <a:pt x="0" y="0"/>
                    <a:pt x="121023" y="0"/>
                    <a:pt x="121023" y="0"/>
                  </a:cubicBezTo>
                  <a:cubicBezTo>
                    <a:pt x="121023" y="0"/>
                    <a:pt x="121023" y="123263"/>
                    <a:pt x="121023" y="123263"/>
                  </a:cubicBezTo>
                  <a:cubicBezTo>
                    <a:pt x="121023" y="123263"/>
                    <a:pt x="181535" y="123263"/>
                    <a:pt x="181535" y="123263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558661678" name=""/>
            <p:cNvSpPr/>
            <p:nvPr/>
          </p:nvSpPr>
          <p:spPr bwMode="auto">
            <a:xfrm>
              <a:off x="0" y="0"/>
              <a:ext cx="491152" cy="868590"/>
            </a:xfrm>
            <a:custGeom>
              <a:avLst/>
              <a:gdLst/>
              <a:ahLst/>
              <a:cxnLst/>
              <a:rect l="0" t="0" r="r" b="b"/>
              <a:pathLst>
                <a:path w="491156" h="868593" fill="norm" stroke="1" extrusionOk="0">
                  <a:moveTo>
                    <a:pt x="0" y="0"/>
                  </a:moveTo>
                  <a:cubicBezTo>
                    <a:pt x="0" y="0"/>
                    <a:pt x="61912" y="0"/>
                    <a:pt x="61912" y="0"/>
                  </a:cubicBezTo>
                  <a:cubicBezTo>
                    <a:pt x="61912" y="0"/>
                    <a:pt x="61912" y="30956"/>
                    <a:pt x="61912" y="30956"/>
                  </a:cubicBezTo>
                  <a:cubicBezTo>
                    <a:pt x="61912" y="30956"/>
                    <a:pt x="123824" y="30956"/>
                    <a:pt x="123824" y="30956"/>
                  </a:cubicBezTo>
                  <a:cubicBezTo>
                    <a:pt x="123824" y="30956"/>
                    <a:pt x="123824" y="92869"/>
                    <a:pt x="123824" y="92869"/>
                  </a:cubicBezTo>
                  <a:cubicBezTo>
                    <a:pt x="123824" y="92869"/>
                    <a:pt x="61912" y="92868"/>
                    <a:pt x="61912" y="92868"/>
                  </a:cubicBezTo>
                  <a:cubicBezTo>
                    <a:pt x="61912" y="92868"/>
                    <a:pt x="61912" y="581025"/>
                    <a:pt x="61912" y="581025"/>
                  </a:cubicBezTo>
                  <a:cubicBezTo>
                    <a:pt x="61912" y="581025"/>
                    <a:pt x="130679" y="581025"/>
                    <a:pt x="130679" y="581025"/>
                  </a:cubicBezTo>
                  <a:cubicBezTo>
                    <a:pt x="130679" y="581025"/>
                    <a:pt x="130679" y="642938"/>
                    <a:pt x="130679" y="642938"/>
                  </a:cubicBezTo>
                  <a:cubicBezTo>
                    <a:pt x="130679" y="642938"/>
                    <a:pt x="0" y="642938"/>
                    <a:pt x="0" y="642938"/>
                  </a:cubicBezTo>
                  <a:cubicBezTo>
                    <a:pt x="0" y="642938"/>
                    <a:pt x="0" y="0"/>
                    <a:pt x="0" y="0"/>
                  </a:cubicBezTo>
                  <a:close/>
                  <a:moveTo>
                    <a:pt x="123824" y="92869"/>
                  </a:moveTo>
                  <a:cubicBezTo>
                    <a:pt x="123824" y="92869"/>
                    <a:pt x="185736" y="92869"/>
                    <a:pt x="185736" y="92869"/>
                  </a:cubicBezTo>
                  <a:cubicBezTo>
                    <a:pt x="185736" y="92869"/>
                    <a:pt x="185736" y="154780"/>
                    <a:pt x="185736" y="154780"/>
                  </a:cubicBezTo>
                  <a:cubicBezTo>
                    <a:pt x="185736" y="154780"/>
                    <a:pt x="243507" y="154780"/>
                    <a:pt x="243507" y="154780"/>
                  </a:cubicBezTo>
                  <a:cubicBezTo>
                    <a:pt x="243507" y="154780"/>
                    <a:pt x="243507" y="216694"/>
                    <a:pt x="243507" y="216694"/>
                  </a:cubicBezTo>
                  <a:cubicBezTo>
                    <a:pt x="243507" y="216694"/>
                    <a:pt x="181594" y="216694"/>
                    <a:pt x="181594" y="216694"/>
                  </a:cubicBezTo>
                  <a:cubicBezTo>
                    <a:pt x="181594" y="216694"/>
                    <a:pt x="181594" y="154780"/>
                    <a:pt x="181594" y="154780"/>
                  </a:cubicBezTo>
                  <a:cubicBezTo>
                    <a:pt x="181594" y="154780"/>
                    <a:pt x="123824" y="154780"/>
                    <a:pt x="123824" y="154780"/>
                  </a:cubicBezTo>
                  <a:cubicBezTo>
                    <a:pt x="123824" y="154780"/>
                    <a:pt x="123824" y="92869"/>
                    <a:pt x="123824" y="92869"/>
                  </a:cubicBezTo>
                  <a:close/>
                  <a:moveTo>
                    <a:pt x="243507" y="216694"/>
                  </a:moveTo>
                  <a:cubicBezTo>
                    <a:pt x="243507" y="216694"/>
                    <a:pt x="305419" y="216694"/>
                    <a:pt x="305419" y="216694"/>
                  </a:cubicBezTo>
                  <a:cubicBezTo>
                    <a:pt x="305419" y="216694"/>
                    <a:pt x="305419" y="278606"/>
                    <a:pt x="305419" y="278606"/>
                  </a:cubicBezTo>
                  <a:cubicBezTo>
                    <a:pt x="305419" y="278606"/>
                    <a:pt x="243507" y="278606"/>
                    <a:pt x="243507" y="278606"/>
                  </a:cubicBezTo>
                  <a:cubicBezTo>
                    <a:pt x="243507" y="278606"/>
                    <a:pt x="243507" y="216694"/>
                    <a:pt x="243507" y="216694"/>
                  </a:cubicBezTo>
                  <a:close/>
                  <a:moveTo>
                    <a:pt x="305419" y="278606"/>
                  </a:moveTo>
                  <a:cubicBezTo>
                    <a:pt x="305419" y="278606"/>
                    <a:pt x="367331" y="278606"/>
                    <a:pt x="367331" y="278606"/>
                  </a:cubicBezTo>
                  <a:cubicBezTo>
                    <a:pt x="367331" y="278606"/>
                    <a:pt x="367331" y="340519"/>
                    <a:pt x="367331" y="340519"/>
                  </a:cubicBezTo>
                  <a:cubicBezTo>
                    <a:pt x="367331" y="340519"/>
                    <a:pt x="305419" y="340519"/>
                    <a:pt x="305419" y="340519"/>
                  </a:cubicBezTo>
                  <a:cubicBezTo>
                    <a:pt x="305419" y="340519"/>
                    <a:pt x="305419" y="278606"/>
                    <a:pt x="305419" y="278606"/>
                  </a:cubicBezTo>
                  <a:close/>
                  <a:moveTo>
                    <a:pt x="130679" y="519113"/>
                  </a:moveTo>
                  <a:cubicBezTo>
                    <a:pt x="130679" y="519113"/>
                    <a:pt x="192591" y="519113"/>
                    <a:pt x="192591" y="519113"/>
                  </a:cubicBezTo>
                  <a:cubicBezTo>
                    <a:pt x="192591" y="519113"/>
                    <a:pt x="192591" y="581025"/>
                    <a:pt x="192591" y="581025"/>
                  </a:cubicBezTo>
                  <a:cubicBezTo>
                    <a:pt x="192591" y="581025"/>
                    <a:pt x="130679" y="581025"/>
                    <a:pt x="130679" y="581025"/>
                  </a:cubicBezTo>
                  <a:cubicBezTo>
                    <a:pt x="130679" y="581025"/>
                    <a:pt x="130679" y="519113"/>
                    <a:pt x="130679" y="519113"/>
                  </a:cubicBezTo>
                  <a:close/>
                  <a:moveTo>
                    <a:pt x="367331" y="340519"/>
                  </a:moveTo>
                  <a:cubicBezTo>
                    <a:pt x="367331" y="340519"/>
                    <a:pt x="429244" y="340519"/>
                    <a:pt x="429244" y="340519"/>
                  </a:cubicBezTo>
                  <a:cubicBezTo>
                    <a:pt x="429244" y="340519"/>
                    <a:pt x="429244" y="402431"/>
                    <a:pt x="429244" y="402431"/>
                  </a:cubicBezTo>
                  <a:cubicBezTo>
                    <a:pt x="429244" y="402431"/>
                    <a:pt x="367331" y="402431"/>
                    <a:pt x="367331" y="402431"/>
                  </a:cubicBezTo>
                  <a:cubicBezTo>
                    <a:pt x="367331" y="402431"/>
                    <a:pt x="367331" y="340519"/>
                    <a:pt x="367331" y="340519"/>
                  </a:cubicBezTo>
                  <a:close/>
                  <a:moveTo>
                    <a:pt x="429244" y="402431"/>
                  </a:moveTo>
                  <a:cubicBezTo>
                    <a:pt x="429244" y="402431"/>
                    <a:pt x="491156" y="402431"/>
                    <a:pt x="491156" y="402431"/>
                  </a:cubicBezTo>
                  <a:cubicBezTo>
                    <a:pt x="491156" y="402431"/>
                    <a:pt x="491156" y="519113"/>
                    <a:pt x="491156" y="519113"/>
                  </a:cubicBezTo>
                  <a:cubicBezTo>
                    <a:pt x="491156" y="519113"/>
                    <a:pt x="367331" y="519113"/>
                    <a:pt x="367331" y="519113"/>
                  </a:cubicBezTo>
                  <a:cubicBezTo>
                    <a:pt x="367331" y="519113"/>
                    <a:pt x="367331" y="581025"/>
                    <a:pt x="367331" y="581025"/>
                  </a:cubicBezTo>
                  <a:cubicBezTo>
                    <a:pt x="367331" y="581025"/>
                    <a:pt x="305419" y="581025"/>
                    <a:pt x="305419" y="581025"/>
                  </a:cubicBezTo>
                  <a:cubicBezTo>
                    <a:pt x="305419" y="581025"/>
                    <a:pt x="305419" y="457199"/>
                    <a:pt x="305419" y="457199"/>
                  </a:cubicBezTo>
                  <a:cubicBezTo>
                    <a:pt x="305419" y="457199"/>
                    <a:pt x="429245" y="457200"/>
                    <a:pt x="429245" y="457200"/>
                  </a:cubicBezTo>
                  <a:cubicBezTo>
                    <a:pt x="429245" y="457200"/>
                    <a:pt x="429244" y="402431"/>
                    <a:pt x="429244" y="402431"/>
                  </a:cubicBezTo>
                  <a:close/>
                  <a:moveTo>
                    <a:pt x="367331" y="581025"/>
                  </a:moveTo>
                  <a:cubicBezTo>
                    <a:pt x="367331" y="581025"/>
                    <a:pt x="429244" y="581025"/>
                    <a:pt x="429244" y="581025"/>
                  </a:cubicBezTo>
                  <a:cubicBezTo>
                    <a:pt x="429244" y="581025"/>
                    <a:pt x="429244" y="693853"/>
                    <a:pt x="429244" y="693853"/>
                  </a:cubicBezTo>
                  <a:cubicBezTo>
                    <a:pt x="429244" y="693853"/>
                    <a:pt x="367331" y="693853"/>
                    <a:pt x="367331" y="693853"/>
                  </a:cubicBezTo>
                  <a:cubicBezTo>
                    <a:pt x="367331" y="693853"/>
                    <a:pt x="367331" y="581025"/>
                    <a:pt x="367331" y="581025"/>
                  </a:cubicBezTo>
                  <a:close/>
                  <a:moveTo>
                    <a:pt x="429244" y="693853"/>
                  </a:moveTo>
                  <a:cubicBezTo>
                    <a:pt x="429244" y="693853"/>
                    <a:pt x="491156" y="693853"/>
                    <a:pt x="491156" y="693853"/>
                  </a:cubicBezTo>
                  <a:cubicBezTo>
                    <a:pt x="491156" y="693853"/>
                    <a:pt x="491156" y="806679"/>
                    <a:pt x="491156" y="806679"/>
                  </a:cubicBezTo>
                  <a:cubicBezTo>
                    <a:pt x="491156" y="806679"/>
                    <a:pt x="429244" y="806679"/>
                    <a:pt x="429244" y="806679"/>
                  </a:cubicBezTo>
                  <a:cubicBezTo>
                    <a:pt x="429244" y="806679"/>
                    <a:pt x="429244" y="693853"/>
                    <a:pt x="429244" y="693853"/>
                  </a:cubicBezTo>
                  <a:close/>
                  <a:moveTo>
                    <a:pt x="316416" y="868593"/>
                  </a:moveTo>
                  <a:cubicBezTo>
                    <a:pt x="316416" y="868593"/>
                    <a:pt x="316416" y="806679"/>
                    <a:pt x="316416" y="806679"/>
                  </a:cubicBezTo>
                  <a:cubicBezTo>
                    <a:pt x="316416" y="806679"/>
                    <a:pt x="429244" y="806679"/>
                    <a:pt x="429244" y="806679"/>
                  </a:cubicBezTo>
                  <a:cubicBezTo>
                    <a:pt x="429244" y="806679"/>
                    <a:pt x="429244" y="868593"/>
                    <a:pt x="429244" y="868593"/>
                  </a:cubicBezTo>
                  <a:cubicBezTo>
                    <a:pt x="429244" y="868593"/>
                    <a:pt x="316416" y="868593"/>
                    <a:pt x="316416" y="868593"/>
                  </a:cubicBezTo>
                  <a:close/>
                  <a:moveTo>
                    <a:pt x="254504" y="693853"/>
                  </a:moveTo>
                  <a:cubicBezTo>
                    <a:pt x="254504" y="693853"/>
                    <a:pt x="316416" y="693853"/>
                    <a:pt x="316416" y="693853"/>
                  </a:cubicBezTo>
                  <a:cubicBezTo>
                    <a:pt x="316416" y="693853"/>
                    <a:pt x="316416" y="806679"/>
                    <a:pt x="316416" y="806679"/>
                  </a:cubicBezTo>
                  <a:cubicBezTo>
                    <a:pt x="316416" y="806679"/>
                    <a:pt x="254504" y="806679"/>
                    <a:pt x="254504" y="806679"/>
                  </a:cubicBezTo>
                  <a:cubicBezTo>
                    <a:pt x="254504" y="806679"/>
                    <a:pt x="254504" y="693853"/>
                    <a:pt x="254504" y="693853"/>
                  </a:cubicBezTo>
                  <a:close/>
                  <a:moveTo>
                    <a:pt x="192591" y="581025"/>
                  </a:moveTo>
                  <a:cubicBezTo>
                    <a:pt x="192591" y="581025"/>
                    <a:pt x="254504" y="581025"/>
                    <a:pt x="254504" y="581025"/>
                  </a:cubicBezTo>
                  <a:cubicBezTo>
                    <a:pt x="254504" y="581025"/>
                    <a:pt x="254504" y="693853"/>
                    <a:pt x="254504" y="693853"/>
                  </a:cubicBezTo>
                  <a:cubicBezTo>
                    <a:pt x="254504" y="693853"/>
                    <a:pt x="192591" y="693853"/>
                    <a:pt x="192591" y="693853"/>
                  </a:cubicBezTo>
                  <a:cubicBezTo>
                    <a:pt x="192591" y="693853"/>
                    <a:pt x="192591" y="581025"/>
                    <a:pt x="192591" y="581025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prstClr val="black">
                  <a:alpha val="40000"/>
                </a:prstClr>
              </a:outerShdw>
            </a:effectLst>
          </p:spPr>
        </p:sp>
      </p:grpSp>
      <p:grpSp>
        <p:nvGrpSpPr>
          <p:cNvPr id="947365248" name=""/>
          <p:cNvGrpSpPr/>
          <p:nvPr/>
        </p:nvGrpSpPr>
        <p:grpSpPr bwMode="auto">
          <a:xfrm>
            <a:off x="2370780" y="4674726"/>
            <a:ext cx="1824186" cy="1855469"/>
            <a:chOff x="0" y="0"/>
            <a:chExt cx="1824186" cy="1855469"/>
          </a:xfrm>
        </p:grpSpPr>
        <p:sp>
          <p:nvSpPr>
            <p:cNvPr id="237090024" name=""/>
            <p:cNvSpPr/>
            <p:nvPr/>
          </p:nvSpPr>
          <p:spPr bwMode="auto">
            <a:xfrm>
              <a:off x="69390" y="126985"/>
              <a:ext cx="1754794" cy="1728479"/>
            </a:xfrm>
            <a:custGeom>
              <a:avLst/>
              <a:gdLst/>
              <a:ahLst/>
              <a:cxnLst/>
              <a:rect l="0" t="0" r="r" b="b"/>
              <a:pathLst>
                <a:path w="1754799" h="1728483" fill="norm" stroke="1" extrusionOk="0">
                  <a:moveTo>
                    <a:pt x="0" y="0"/>
                  </a:moveTo>
                  <a:cubicBezTo>
                    <a:pt x="140017" y="37250"/>
                    <a:pt x="127709" y="34370"/>
                    <a:pt x="127709" y="34370"/>
                  </a:cubicBezTo>
                  <a:cubicBezTo>
                    <a:pt x="127709" y="34370"/>
                    <a:pt x="1685825" y="1581322"/>
                    <a:pt x="1754799" y="1648781"/>
                  </a:cubicBezTo>
                  <a:cubicBezTo>
                    <a:pt x="1736926" y="1710518"/>
                    <a:pt x="1750371" y="1674708"/>
                    <a:pt x="1732457" y="1728483"/>
                  </a:cubicBezTo>
                  <a:cubicBezTo>
                    <a:pt x="1718467" y="1727547"/>
                    <a:pt x="1704402" y="1726643"/>
                    <a:pt x="1690266" y="1725770"/>
                  </a:cubicBezTo>
                  <a:cubicBezTo>
                    <a:pt x="1690266" y="1725770"/>
                    <a:pt x="4566" y="1725770"/>
                    <a:pt x="4566" y="1725770"/>
                  </a:cubicBezTo>
                  <a:cubicBezTo>
                    <a:pt x="4566" y="1725770"/>
                    <a:pt x="4566" y="180051"/>
                    <a:pt x="4566" y="180051"/>
                  </a:cubicBezTo>
                  <a:cubicBezTo>
                    <a:pt x="1646" y="111261"/>
                    <a:pt x="0" y="50207"/>
                    <a:pt x="0" y="0"/>
                  </a:cubicBezTo>
                  <a:close/>
                  <a:moveTo>
                    <a:pt x="276258" y="1545432"/>
                  </a:moveTo>
                  <a:cubicBezTo>
                    <a:pt x="276258" y="1545432"/>
                    <a:pt x="1280143" y="1545432"/>
                    <a:pt x="1280143" y="1545432"/>
                  </a:cubicBezTo>
                  <a:cubicBezTo>
                    <a:pt x="1280143" y="1545432"/>
                    <a:pt x="276258" y="541548"/>
                    <a:pt x="276258" y="541548"/>
                  </a:cubicBezTo>
                  <a:cubicBezTo>
                    <a:pt x="276258" y="541548"/>
                    <a:pt x="276258" y="1545432"/>
                    <a:pt x="276258" y="1545432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38099" cap="flat" cmpd="sng" algn="ctr">
              <a:noFill/>
              <a:prstDash val="solid"/>
              <a:miter lim="800000"/>
            </a:ln>
          </p:spPr>
        </p:sp>
        <p:grpSp>
          <p:nvGrpSpPr>
            <p:cNvPr id="1641819936" name=""/>
            <p:cNvGrpSpPr/>
            <p:nvPr/>
          </p:nvGrpSpPr>
          <p:grpSpPr bwMode="auto">
            <a:xfrm flipH="0" flipV="0">
              <a:off x="0" y="0"/>
              <a:ext cx="1754795" cy="1728480"/>
              <a:chOff x="0" y="0"/>
              <a:chExt cx="1754795" cy="1728480"/>
            </a:xfrm>
          </p:grpSpPr>
          <p:sp>
            <p:nvSpPr>
              <p:cNvPr id="711847595" name=""/>
              <p:cNvSpPr/>
              <p:nvPr/>
            </p:nvSpPr>
            <p:spPr bwMode="auto">
              <a:xfrm rot="0">
                <a:off x="0" y="0"/>
                <a:ext cx="1754795" cy="1728480"/>
              </a:xfrm>
              <a:custGeom>
                <a:avLst/>
                <a:gdLst/>
                <a:ahLst/>
                <a:cxnLst/>
                <a:rect l="0" t="0" r="r" b="b"/>
                <a:pathLst>
                  <a:path w="43200" h="43200" fill="norm" stroke="1" extrusionOk="0">
                    <a:moveTo>
                      <a:pt x="3144" y="43126"/>
                    </a:moveTo>
                    <a:cubicBezTo>
                      <a:pt x="3144" y="43126"/>
                      <a:pt x="0" y="11051"/>
                      <a:pt x="0" y="0"/>
                    </a:cubicBezTo>
                    <a:cubicBezTo>
                      <a:pt x="3447" y="931"/>
                      <a:pt x="3144" y="859"/>
                      <a:pt x="3144" y="859"/>
                    </a:cubicBezTo>
                    <a:cubicBezTo>
                      <a:pt x="3144" y="859"/>
                      <a:pt x="41502" y="39522"/>
                      <a:pt x="43200" y="41208"/>
                    </a:cubicBezTo>
                    <a:cubicBezTo>
                      <a:pt x="42760" y="42751"/>
                      <a:pt x="43091" y="41856"/>
                      <a:pt x="42650" y="43200"/>
                    </a:cubicBezTo>
                    <a:cubicBezTo>
                      <a:pt x="30235" y="42357"/>
                      <a:pt x="15428" y="42539"/>
                      <a:pt x="3144" y="43126"/>
                    </a:cubicBezTo>
                    <a:close/>
                    <a:moveTo>
                      <a:pt x="34553" y="38625"/>
                    </a:moveTo>
                    <a:cubicBezTo>
                      <a:pt x="34553" y="38625"/>
                      <a:pt x="6801" y="10453"/>
                      <a:pt x="6801" y="10453"/>
                    </a:cubicBezTo>
                    <a:cubicBezTo>
                      <a:pt x="6801" y="10453"/>
                      <a:pt x="6801" y="38625"/>
                      <a:pt x="6801" y="38625"/>
                    </a:cubicBezTo>
                    <a:lnTo>
                      <a:pt x="34553" y="38625"/>
                    </a:lnTo>
                    <a:close/>
                  </a:path>
                </a:pathLst>
              </a:custGeom>
              <a:solidFill>
                <a:schemeClr val="bg1"/>
              </a:solidFill>
              <a:ln w="38099" cap="flat" cmpd="sng" algn="ctr">
                <a:solidFill>
                  <a:schemeClr val="tx2">
                    <a:lumMod val="50196"/>
                  </a:schemeClr>
                </a:solidFill>
                <a:prstDash val="solid"/>
                <a:miter lim="800000"/>
              </a:ln>
            </p:spPr>
          </p:sp>
          <p:sp>
            <p:nvSpPr>
              <p:cNvPr id="402919012" name=""/>
              <p:cNvSpPr/>
              <p:nvPr/>
            </p:nvSpPr>
            <p:spPr bwMode="auto">
              <a:xfrm>
                <a:off x="4563" y="34520"/>
                <a:ext cx="1691244" cy="1691244"/>
              </a:xfrm>
              <a:custGeom>
                <a:avLst/>
                <a:gdLst/>
                <a:ahLst/>
                <a:cxnLst/>
                <a:rect l="0" t="0" r="r" b="b"/>
                <a:pathLst>
                  <a:path w="1437408" h="1437410" fill="norm" stroke="1" extrusionOk="0">
                    <a:moveTo>
                      <a:pt x="0" y="1437410"/>
                    </a:moveTo>
                    <a:cubicBezTo>
                      <a:pt x="0" y="1437410"/>
                      <a:pt x="0" y="0"/>
                      <a:pt x="0" y="0"/>
                    </a:cubicBezTo>
                    <a:cubicBezTo>
                      <a:pt x="0" y="0"/>
                      <a:pt x="1437408" y="1437410"/>
                      <a:pt x="1437408" y="1437410"/>
                    </a:cubicBezTo>
                    <a:cubicBezTo>
                      <a:pt x="1437408" y="1437410"/>
                      <a:pt x="0" y="1437410"/>
                      <a:pt x="0" y="1437410"/>
                    </a:cubicBezTo>
                    <a:close/>
                    <a:moveTo>
                      <a:pt x="1084336" y="1284347"/>
                    </a:moveTo>
                    <a:cubicBezTo>
                      <a:pt x="1084336" y="1284347"/>
                      <a:pt x="126233" y="326245"/>
                      <a:pt x="126233" y="326245"/>
                    </a:cubicBezTo>
                    <a:cubicBezTo>
                      <a:pt x="126233" y="326245"/>
                      <a:pt x="126233" y="1284347"/>
                      <a:pt x="126233" y="1284347"/>
                    </a:cubicBezTo>
                    <a:cubicBezTo>
                      <a:pt x="126233" y="1284347"/>
                      <a:pt x="1084336" y="1284347"/>
                      <a:pt x="1084336" y="1284347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38099" cap="flat" cmpd="sng" algn="ctr">
                <a:solidFill>
                  <a:schemeClr val="tx2">
                    <a:lumMod val="50196"/>
                  </a:schemeClr>
                </a:solidFill>
                <a:prstDash val="solid"/>
                <a:miter lim="800000"/>
              </a:ln>
            </p:spPr>
          </p:sp>
        </p:grpSp>
      </p:grpSp>
      <p:grpSp>
        <p:nvGrpSpPr>
          <p:cNvPr id="1866616788" name=""/>
          <p:cNvGrpSpPr/>
          <p:nvPr/>
        </p:nvGrpSpPr>
        <p:grpSpPr bwMode="auto">
          <a:xfrm flipH="1">
            <a:off x="5224375" y="5155132"/>
            <a:ext cx="714375" cy="714375"/>
            <a:chOff x="0" y="0"/>
            <a:chExt cx="714375" cy="714375"/>
          </a:xfrm>
        </p:grpSpPr>
        <p:sp>
          <p:nvSpPr>
            <p:cNvPr id="213626742" name=""/>
            <p:cNvSpPr/>
            <p:nvPr/>
          </p:nvSpPr>
          <p:spPr bwMode="auto">
            <a:xfrm rot="0" flipH="0" flipV="0">
              <a:off x="0" y="476246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61797523" name=""/>
            <p:cNvSpPr/>
            <p:nvPr/>
          </p:nvSpPr>
          <p:spPr bwMode="auto">
            <a:xfrm rot="0" flipH="0" flipV="0">
              <a:off x="238124" y="238122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97854709" name=""/>
            <p:cNvSpPr/>
            <p:nvPr/>
          </p:nvSpPr>
          <p:spPr bwMode="auto">
            <a:xfrm rot="0" flipH="0" flipV="0">
              <a:off x="476247" y="0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  <p:sp>
        <p:nvSpPr>
          <p:cNvPr id="791812437" name=""/>
          <p:cNvSpPr/>
          <p:nvPr/>
        </p:nvSpPr>
        <p:spPr bwMode="auto">
          <a:xfrm rot="12090796" flipH="0" flipV="0">
            <a:off x="4247784" y="4931696"/>
            <a:ext cx="371752" cy="115563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9358" y="3712"/>
                </a:moveTo>
                <a:cubicBezTo>
                  <a:pt x="19358" y="3712"/>
                  <a:pt x="31709" y="811"/>
                  <a:pt x="38709" y="55"/>
                </a:cubicBezTo>
                <a:cubicBezTo>
                  <a:pt x="38595" y="-55"/>
                  <a:pt x="43200" y="1132"/>
                  <a:pt x="43200" y="1132"/>
                </a:cubicBezTo>
                <a:cubicBezTo>
                  <a:pt x="43200" y="1132"/>
                  <a:pt x="37143" y="22423"/>
                  <a:pt x="37143" y="22423"/>
                </a:cubicBezTo>
                <a:cubicBezTo>
                  <a:pt x="37143" y="22423"/>
                  <a:pt x="16158" y="23607"/>
                  <a:pt x="16158" y="23607"/>
                </a:cubicBezTo>
                <a:cubicBezTo>
                  <a:pt x="16158" y="23607"/>
                  <a:pt x="5361" y="43072"/>
                  <a:pt x="5163" y="43199"/>
                </a:cubicBezTo>
                <a:cubicBezTo>
                  <a:pt x="5163" y="43200"/>
                  <a:pt x="0" y="19892"/>
                  <a:pt x="0" y="19892"/>
                </a:cubicBezTo>
                <a:cubicBezTo>
                  <a:pt x="0" y="19892"/>
                  <a:pt x="19358" y="19344"/>
                  <a:pt x="19358" y="19344"/>
                </a:cubicBezTo>
                <a:cubicBezTo>
                  <a:pt x="19358" y="19344"/>
                  <a:pt x="19358" y="3712"/>
                  <a:pt x="19358" y="3712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</p:spPr>
      </p:sp>
      <p:grpSp>
        <p:nvGrpSpPr>
          <p:cNvPr id="1959744846" name=""/>
          <p:cNvGrpSpPr/>
          <p:nvPr/>
        </p:nvGrpSpPr>
        <p:grpSpPr bwMode="auto">
          <a:xfrm rot="12090796" flipH="0" flipV="0">
            <a:off x="4091580" y="4824792"/>
            <a:ext cx="419301" cy="1155631"/>
            <a:chOff x="0" y="0"/>
            <a:chExt cx="419301" cy="1155631"/>
          </a:xfrm>
        </p:grpSpPr>
        <p:sp>
          <p:nvSpPr>
            <p:cNvPr id="1093248390" name=""/>
            <p:cNvSpPr/>
            <p:nvPr/>
          </p:nvSpPr>
          <p:spPr bwMode="auto">
            <a:xfrm rot="0" flipH="0" flipV="0">
              <a:off x="47543" y="0"/>
              <a:ext cx="371752" cy="1155631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9358" y="3712"/>
                  </a:moveTo>
                  <a:cubicBezTo>
                    <a:pt x="19358" y="3712"/>
                    <a:pt x="31709" y="811"/>
                    <a:pt x="38709" y="55"/>
                  </a:cubicBezTo>
                  <a:cubicBezTo>
                    <a:pt x="38595" y="-55"/>
                    <a:pt x="43200" y="1132"/>
                    <a:pt x="43200" y="1132"/>
                  </a:cubicBezTo>
                  <a:cubicBezTo>
                    <a:pt x="43200" y="1132"/>
                    <a:pt x="37143" y="22423"/>
                    <a:pt x="37143" y="22423"/>
                  </a:cubicBezTo>
                  <a:cubicBezTo>
                    <a:pt x="37143" y="22423"/>
                    <a:pt x="16158" y="23607"/>
                    <a:pt x="16158" y="23607"/>
                  </a:cubicBezTo>
                  <a:cubicBezTo>
                    <a:pt x="16158" y="23607"/>
                    <a:pt x="5361" y="43072"/>
                    <a:pt x="5163" y="43199"/>
                  </a:cubicBezTo>
                  <a:cubicBezTo>
                    <a:pt x="5163" y="43200"/>
                    <a:pt x="0" y="19892"/>
                    <a:pt x="0" y="19892"/>
                  </a:cubicBezTo>
                  <a:cubicBezTo>
                    <a:pt x="0" y="19892"/>
                    <a:pt x="19358" y="19344"/>
                    <a:pt x="19358" y="19344"/>
                  </a:cubicBezTo>
                  <a:cubicBezTo>
                    <a:pt x="19358" y="19344"/>
                    <a:pt x="19358" y="3712"/>
                    <a:pt x="19358" y="3712"/>
                  </a:cubicBezTo>
                  <a:close/>
                </a:path>
              </a:pathLst>
            </a:cu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</p:sp>
        <p:sp>
          <p:nvSpPr>
            <p:cNvPr id="838360883" name=""/>
            <p:cNvSpPr/>
            <p:nvPr/>
          </p:nvSpPr>
          <p:spPr bwMode="auto">
            <a:xfrm rot="0">
              <a:off x="0" y="8487"/>
              <a:ext cx="371756" cy="1138653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9362" y="2530"/>
                  </a:moveTo>
                  <a:cubicBezTo>
                    <a:pt x="19362" y="2530"/>
                    <a:pt x="43200" y="0"/>
                    <a:pt x="43200" y="0"/>
                  </a:cubicBezTo>
                  <a:cubicBezTo>
                    <a:pt x="43200" y="0"/>
                    <a:pt x="37144" y="20880"/>
                    <a:pt x="37144" y="20880"/>
                  </a:cubicBezTo>
                  <a:cubicBezTo>
                    <a:pt x="37144" y="20880"/>
                    <a:pt x="16162" y="22043"/>
                    <a:pt x="16162" y="22043"/>
                  </a:cubicBezTo>
                  <a:cubicBezTo>
                    <a:pt x="16162" y="22043"/>
                    <a:pt x="10432" y="43072"/>
                    <a:pt x="10234" y="43199"/>
                  </a:cubicBezTo>
                  <a:cubicBezTo>
                    <a:pt x="10234" y="43200"/>
                    <a:pt x="0" y="18399"/>
                    <a:pt x="0" y="18399"/>
                  </a:cubicBezTo>
                  <a:cubicBezTo>
                    <a:pt x="0" y="18399"/>
                    <a:pt x="19362" y="17861"/>
                    <a:pt x="19362" y="17861"/>
                  </a:cubicBezTo>
                  <a:cubicBezTo>
                    <a:pt x="19362" y="17861"/>
                    <a:pt x="19362" y="2530"/>
                    <a:pt x="19362" y="2530"/>
                  </a:cubicBezTo>
                  <a:close/>
                </a:path>
              </a:pathLst>
            </a:custGeom>
            <a:solidFill>
              <a:srgbClr val="FFD966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</p:sp>
      </p:grpSp>
      <p:sp>
        <p:nvSpPr>
          <p:cNvPr id="5476975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2713221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736359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3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4098769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411" y="0"/>
            <a:ext cx="12181170" cy="6858000"/>
          </a:xfrm>
          <a:prstGeom prst="rect">
            <a:avLst/>
          </a:prstGeom>
        </p:spPr>
      </p:pic>
      <p:sp>
        <p:nvSpPr>
          <p:cNvPr id="423726354" name="Title 1"/>
          <p:cNvSpPr>
            <a:spLocks noGrp="1"/>
          </p:cNvSpPr>
          <p:nvPr>
            <p:ph type="title"/>
          </p:nvPr>
        </p:nvSpPr>
        <p:spPr bwMode="auto">
          <a:xfrm>
            <a:off x="841248" y="365760"/>
            <a:ext cx="10515600" cy="1325561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/>
              <a:t>CLICK TO EDIT MASTER TITLE </a:t>
            </a:r>
            <a:endParaRPr/>
          </a:p>
        </p:txBody>
      </p:sp>
      <p:sp>
        <p:nvSpPr>
          <p:cNvPr id="175609990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6" y="1691321"/>
            <a:ext cx="10515600" cy="448881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866590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549587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1213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grpSp>
        <p:nvGrpSpPr>
          <p:cNvPr id="829946984" name=""/>
          <p:cNvGrpSpPr/>
          <p:nvPr/>
        </p:nvGrpSpPr>
        <p:grpSpPr bwMode="auto">
          <a:xfrm flipH="0" flipV="0">
            <a:off x="1001214" y="667224"/>
            <a:ext cx="722630" cy="722630"/>
            <a:chOff x="0" y="0"/>
            <a:chExt cx="722630" cy="722630"/>
          </a:xfrm>
        </p:grpSpPr>
        <p:sp>
          <p:nvSpPr>
            <p:cNvPr id="1618261400" name=""/>
            <p:cNvSpPr/>
            <p:nvPr/>
          </p:nvSpPr>
          <p:spPr bwMode="auto">
            <a:xfrm rot="0" flipH="0" flipV="0">
              <a:off x="0" y="0"/>
              <a:ext cx="722630" cy="722630"/>
            </a:xfrm>
            <a:prstGeom prst="rect">
              <a:avLst/>
            </a:prstGeom>
            <a:solidFill>
              <a:srgbClr val="FFD966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739669913" name=""/>
            <p:cNvGrpSpPr/>
            <p:nvPr/>
          </p:nvGrpSpPr>
          <p:grpSpPr bwMode="auto">
            <a:xfrm flipH="0" flipV="0">
              <a:off x="102060" y="123831"/>
              <a:ext cx="518508" cy="474966"/>
              <a:chOff x="0" y="0"/>
              <a:chExt cx="518508" cy="474966"/>
            </a:xfrm>
          </p:grpSpPr>
          <p:sp>
            <p:nvSpPr>
              <p:cNvPr id="1114267915" name=""/>
              <p:cNvSpPr/>
              <p:nvPr/>
            </p:nvSpPr>
            <p:spPr bwMode="auto">
              <a:xfrm rot="0" flipH="0" flipV="0">
                <a:off x="423513" y="189984"/>
                <a:ext cx="94990" cy="9499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694539986" name=""/>
              <p:cNvSpPr/>
              <p:nvPr/>
            </p:nvSpPr>
            <p:spPr bwMode="auto">
              <a:xfrm rot="0" flipH="0" flipV="0">
                <a:off x="328518" y="94990"/>
                <a:ext cx="94990" cy="9499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6307046" name=""/>
              <p:cNvSpPr/>
              <p:nvPr/>
            </p:nvSpPr>
            <p:spPr bwMode="auto">
              <a:xfrm rot="0" flipH="0" flipV="0">
                <a:off x="247239" y="0"/>
                <a:ext cx="94990" cy="9499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83606547" name=""/>
              <p:cNvSpPr/>
              <p:nvPr/>
            </p:nvSpPr>
            <p:spPr bwMode="auto">
              <a:xfrm rot="0" flipH="0" flipV="0">
                <a:off x="328518" y="284978"/>
                <a:ext cx="94990" cy="9499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843636512" name=""/>
              <p:cNvSpPr/>
              <p:nvPr/>
            </p:nvSpPr>
            <p:spPr bwMode="auto">
              <a:xfrm rot="0" flipH="0" flipV="0">
                <a:off x="233523" y="379973"/>
                <a:ext cx="94990" cy="9499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47550420" name=""/>
              <p:cNvSpPr/>
              <p:nvPr/>
            </p:nvSpPr>
            <p:spPr bwMode="auto">
              <a:xfrm rot="0" flipH="0" flipV="0">
                <a:off x="0" y="189984"/>
                <a:ext cx="281020" cy="9499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6582737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410" y="0"/>
            <a:ext cx="12181169" cy="6858000"/>
          </a:xfrm>
          <a:prstGeom prst="rect">
            <a:avLst/>
          </a:prstGeom>
        </p:spPr>
      </p:pic>
      <p:sp>
        <p:nvSpPr>
          <p:cNvPr id="429170612" name="Title 1"/>
          <p:cNvSpPr>
            <a:spLocks noGrp="1"/>
          </p:cNvSpPr>
          <p:nvPr>
            <p:ph type="title"/>
          </p:nvPr>
        </p:nvSpPr>
        <p:spPr bwMode="auto">
          <a:xfrm>
            <a:off x="841248" y="365760"/>
            <a:ext cx="10515600" cy="1325560"/>
          </a:xfrm>
          <a:prstGeom prst="rect">
            <a:avLst/>
          </a:prstGeom>
          <a:noFill/>
          <a:ln w="38100">
            <a:noFill/>
            <a:prstDash val="solid"/>
          </a:ln>
          <a:effectLst/>
        </p:spPr>
        <p:txBody>
          <a:bodyPr/>
          <a:lstStyle/>
          <a:p>
            <a:pPr>
              <a:defRPr/>
            </a:pPr>
            <a:r>
              <a:rPr/>
              <a:t>CLICK TO EDIT MASTER TITLE </a:t>
            </a:r>
            <a:endParaRPr/>
          </a:p>
        </p:txBody>
      </p:sp>
      <p:sp>
        <p:nvSpPr>
          <p:cNvPr id="140220886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5" y="1691320"/>
            <a:ext cx="10515600" cy="448881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1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340911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32C15BC-88AB-99F0-5947-E08182B7514E}" type="datetimeFigureOut">
              <a:rPr/>
              <a:t/>
            </a:fld>
            <a:endParaRPr/>
          </a:p>
        </p:txBody>
      </p:sp>
      <p:sp>
        <p:nvSpPr>
          <p:cNvPr id="12953392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9876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3078DE-06EF-AA9B-BFC1-D6282B7BD3AB}" type="slidenum">
              <a:rPr/>
              <a:t/>
            </a:fld>
            <a:endParaRPr/>
          </a:p>
        </p:txBody>
      </p:sp>
      <p:grpSp>
        <p:nvGrpSpPr>
          <p:cNvPr id="1384318104" name=""/>
          <p:cNvGrpSpPr/>
          <p:nvPr/>
        </p:nvGrpSpPr>
        <p:grpSpPr bwMode="auto">
          <a:xfrm rot="5399942" flipH="0" flipV="0">
            <a:off x="2368289" y="-2375392"/>
            <a:ext cx="897507" cy="5634090"/>
            <a:chOff x="0" y="0"/>
            <a:chExt cx="897507" cy="5634090"/>
          </a:xfrm>
        </p:grpSpPr>
        <p:sp>
          <p:nvSpPr>
            <p:cNvPr id="1678972035" name=""/>
            <p:cNvSpPr/>
            <p:nvPr/>
          </p:nvSpPr>
          <p:spPr bwMode="auto">
            <a:xfrm rot="0" flipH="0" flipV="0">
              <a:off x="0" y="1878021"/>
              <a:ext cx="299163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96446253" name=""/>
            <p:cNvSpPr/>
            <p:nvPr/>
          </p:nvSpPr>
          <p:spPr bwMode="auto">
            <a:xfrm rot="0" flipH="0" flipV="0">
              <a:off x="299163" y="0"/>
              <a:ext cx="299163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85922706" name=""/>
            <p:cNvSpPr/>
            <p:nvPr/>
          </p:nvSpPr>
          <p:spPr bwMode="auto">
            <a:xfrm rot="0" flipH="0" flipV="0">
              <a:off x="598334" y="1878021"/>
              <a:ext cx="299163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5238177" name=""/>
            <p:cNvSpPr/>
            <p:nvPr/>
          </p:nvSpPr>
          <p:spPr bwMode="auto">
            <a:xfrm rot="0" flipH="0" flipV="0">
              <a:off x="299163" y="3756055"/>
              <a:ext cx="299163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509172805" name=""/>
          <p:cNvGrpSpPr/>
          <p:nvPr/>
        </p:nvGrpSpPr>
        <p:grpSpPr bwMode="auto">
          <a:xfrm rot="5399942" flipH="0" flipV="0">
            <a:off x="8928633" y="-2375392"/>
            <a:ext cx="897507" cy="5634090"/>
            <a:chOff x="0" y="0"/>
            <a:chExt cx="897507" cy="5634090"/>
          </a:xfrm>
        </p:grpSpPr>
        <p:sp>
          <p:nvSpPr>
            <p:cNvPr id="176286823" name=""/>
            <p:cNvSpPr/>
            <p:nvPr/>
          </p:nvSpPr>
          <p:spPr bwMode="auto">
            <a:xfrm rot="0" flipH="0" flipV="0">
              <a:off x="0" y="1878021"/>
              <a:ext cx="299163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32972091" name=""/>
            <p:cNvSpPr/>
            <p:nvPr/>
          </p:nvSpPr>
          <p:spPr bwMode="auto">
            <a:xfrm rot="0" flipH="0" flipV="0">
              <a:off x="299163" y="0"/>
              <a:ext cx="299163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54558733" name=""/>
            <p:cNvSpPr/>
            <p:nvPr/>
          </p:nvSpPr>
          <p:spPr bwMode="auto">
            <a:xfrm rot="0" flipH="0" flipV="0">
              <a:off x="598334" y="1878021"/>
              <a:ext cx="299163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95689989" name=""/>
            <p:cNvSpPr/>
            <p:nvPr/>
          </p:nvSpPr>
          <p:spPr bwMode="auto">
            <a:xfrm rot="0" flipH="0" flipV="0">
              <a:off x="299163" y="3756055"/>
              <a:ext cx="299163" cy="18780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662090708" name=""/>
          <p:cNvSpPr/>
          <p:nvPr/>
        </p:nvSpPr>
        <p:spPr bwMode="auto">
          <a:xfrm rot="2452144" flipH="0" flipV="0">
            <a:off x="11249293" y="1929277"/>
            <a:ext cx="404015" cy="125592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9358" y="3712"/>
                </a:moveTo>
                <a:cubicBezTo>
                  <a:pt x="19358" y="3712"/>
                  <a:pt x="31709" y="811"/>
                  <a:pt x="38709" y="55"/>
                </a:cubicBezTo>
                <a:cubicBezTo>
                  <a:pt x="38595" y="-55"/>
                  <a:pt x="43200" y="1132"/>
                  <a:pt x="43200" y="1132"/>
                </a:cubicBezTo>
                <a:cubicBezTo>
                  <a:pt x="43200" y="1132"/>
                  <a:pt x="37143" y="22423"/>
                  <a:pt x="37143" y="22423"/>
                </a:cubicBezTo>
                <a:cubicBezTo>
                  <a:pt x="37143" y="22423"/>
                  <a:pt x="16158" y="23607"/>
                  <a:pt x="16158" y="23607"/>
                </a:cubicBezTo>
                <a:cubicBezTo>
                  <a:pt x="16158" y="23607"/>
                  <a:pt x="5361" y="43072"/>
                  <a:pt x="5163" y="43199"/>
                </a:cubicBezTo>
                <a:cubicBezTo>
                  <a:pt x="5163" y="43200"/>
                  <a:pt x="0" y="19892"/>
                  <a:pt x="0" y="19892"/>
                </a:cubicBezTo>
                <a:cubicBezTo>
                  <a:pt x="0" y="19892"/>
                  <a:pt x="19358" y="19344"/>
                  <a:pt x="19358" y="19344"/>
                </a:cubicBezTo>
                <a:cubicBezTo>
                  <a:pt x="19358" y="19344"/>
                  <a:pt x="19358" y="3712"/>
                  <a:pt x="19358" y="3712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</p:spPr>
      </p:sp>
      <p:grpSp>
        <p:nvGrpSpPr>
          <p:cNvPr id="1861275000" name=""/>
          <p:cNvGrpSpPr/>
          <p:nvPr/>
        </p:nvGrpSpPr>
        <p:grpSpPr bwMode="auto">
          <a:xfrm rot="2452144" flipH="0" flipV="0">
            <a:off x="11117089" y="1745739"/>
            <a:ext cx="455688" cy="1255924"/>
            <a:chOff x="0" y="0"/>
            <a:chExt cx="455688" cy="1255924"/>
          </a:xfrm>
        </p:grpSpPr>
        <p:sp>
          <p:nvSpPr>
            <p:cNvPr id="1338806913" name=""/>
            <p:cNvSpPr/>
            <p:nvPr/>
          </p:nvSpPr>
          <p:spPr bwMode="auto">
            <a:xfrm rot="0" flipH="0" flipV="0">
              <a:off x="51669" y="0"/>
              <a:ext cx="404015" cy="1255924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9358" y="3712"/>
                  </a:moveTo>
                  <a:cubicBezTo>
                    <a:pt x="19358" y="3712"/>
                    <a:pt x="31709" y="811"/>
                    <a:pt x="38709" y="55"/>
                  </a:cubicBezTo>
                  <a:cubicBezTo>
                    <a:pt x="38595" y="-55"/>
                    <a:pt x="43200" y="1132"/>
                    <a:pt x="43200" y="1132"/>
                  </a:cubicBezTo>
                  <a:cubicBezTo>
                    <a:pt x="43200" y="1132"/>
                    <a:pt x="37143" y="22423"/>
                    <a:pt x="37143" y="22423"/>
                  </a:cubicBezTo>
                  <a:cubicBezTo>
                    <a:pt x="37143" y="22423"/>
                    <a:pt x="16158" y="23607"/>
                    <a:pt x="16158" y="23607"/>
                  </a:cubicBezTo>
                  <a:cubicBezTo>
                    <a:pt x="16158" y="23607"/>
                    <a:pt x="5361" y="43072"/>
                    <a:pt x="5163" y="43199"/>
                  </a:cubicBezTo>
                  <a:cubicBezTo>
                    <a:pt x="5163" y="43200"/>
                    <a:pt x="0" y="19892"/>
                    <a:pt x="0" y="19892"/>
                  </a:cubicBezTo>
                  <a:cubicBezTo>
                    <a:pt x="0" y="19892"/>
                    <a:pt x="19358" y="19344"/>
                    <a:pt x="19358" y="19344"/>
                  </a:cubicBezTo>
                  <a:cubicBezTo>
                    <a:pt x="19358" y="19344"/>
                    <a:pt x="19358" y="3712"/>
                    <a:pt x="19358" y="3712"/>
                  </a:cubicBezTo>
                  <a:close/>
                </a:path>
              </a:pathLst>
            </a:cu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</p:sp>
        <p:sp>
          <p:nvSpPr>
            <p:cNvPr id="825275517" name=""/>
            <p:cNvSpPr/>
            <p:nvPr/>
          </p:nvSpPr>
          <p:spPr bwMode="auto">
            <a:xfrm rot="0">
              <a:off x="0" y="9222"/>
              <a:ext cx="404019" cy="1237469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9362" y="2530"/>
                  </a:moveTo>
                  <a:cubicBezTo>
                    <a:pt x="19362" y="2530"/>
                    <a:pt x="43200" y="0"/>
                    <a:pt x="43200" y="0"/>
                  </a:cubicBezTo>
                  <a:cubicBezTo>
                    <a:pt x="43200" y="0"/>
                    <a:pt x="37144" y="20880"/>
                    <a:pt x="37144" y="20880"/>
                  </a:cubicBezTo>
                  <a:cubicBezTo>
                    <a:pt x="37144" y="20880"/>
                    <a:pt x="16162" y="22043"/>
                    <a:pt x="16162" y="22043"/>
                  </a:cubicBezTo>
                  <a:cubicBezTo>
                    <a:pt x="16162" y="22043"/>
                    <a:pt x="10432" y="43072"/>
                    <a:pt x="10234" y="43199"/>
                  </a:cubicBezTo>
                  <a:cubicBezTo>
                    <a:pt x="10234" y="43200"/>
                    <a:pt x="0" y="18399"/>
                    <a:pt x="0" y="18399"/>
                  </a:cubicBezTo>
                  <a:cubicBezTo>
                    <a:pt x="0" y="18399"/>
                    <a:pt x="19362" y="17861"/>
                    <a:pt x="19362" y="17861"/>
                  </a:cubicBezTo>
                  <a:cubicBezTo>
                    <a:pt x="19362" y="17861"/>
                    <a:pt x="19362" y="2530"/>
                    <a:pt x="19362" y="2530"/>
                  </a:cubicBezTo>
                  <a:close/>
                </a:path>
              </a:pathLst>
            </a:custGeom>
            <a:solidFill>
              <a:srgbClr val="FFD966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</p:spPr>
        </p:sp>
      </p:grpSp>
      <p:grpSp>
        <p:nvGrpSpPr>
          <p:cNvPr id="546041601" name=""/>
          <p:cNvGrpSpPr/>
          <p:nvPr/>
        </p:nvGrpSpPr>
        <p:grpSpPr bwMode="auto">
          <a:xfrm>
            <a:off x="11002845" y="542450"/>
            <a:ext cx="623556" cy="987093"/>
            <a:chOff x="0" y="0"/>
            <a:chExt cx="623556" cy="987093"/>
          </a:xfrm>
        </p:grpSpPr>
        <p:sp>
          <p:nvSpPr>
            <p:cNvPr id="738985380" name=""/>
            <p:cNvSpPr/>
            <p:nvPr/>
          </p:nvSpPr>
          <p:spPr bwMode="auto">
            <a:xfrm rot="0" flipH="0" flipV="0">
              <a:off x="0" y="0"/>
              <a:ext cx="623556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7481139" name=""/>
            <p:cNvSpPr/>
            <p:nvPr/>
          </p:nvSpPr>
          <p:spPr bwMode="auto">
            <a:xfrm rot="0" flipH="0" flipV="0">
              <a:off x="274315" y="278982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22940491" name=""/>
            <p:cNvSpPr/>
            <p:nvPr/>
          </p:nvSpPr>
          <p:spPr bwMode="auto">
            <a:xfrm rot="0" flipH="0" flipV="0">
              <a:off x="34285" y="47763"/>
              <a:ext cx="68580" cy="231213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3146752" name=""/>
            <p:cNvSpPr/>
            <p:nvPr/>
          </p:nvSpPr>
          <p:spPr bwMode="auto">
            <a:xfrm rot="0" flipH="0" flipV="0">
              <a:off x="516251" y="60507"/>
              <a:ext cx="68580" cy="231213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02097612" name=""/>
            <p:cNvSpPr/>
            <p:nvPr/>
          </p:nvSpPr>
          <p:spPr bwMode="auto">
            <a:xfrm rot="0" flipH="0" flipV="0">
              <a:off x="68575" y="276321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43658212" name=""/>
            <p:cNvSpPr/>
            <p:nvPr/>
          </p:nvSpPr>
          <p:spPr bwMode="auto">
            <a:xfrm rot="0" flipH="0" flipV="0">
              <a:off x="481960" y="289936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31471486" name=""/>
            <p:cNvSpPr/>
            <p:nvPr/>
          </p:nvSpPr>
          <p:spPr bwMode="auto">
            <a:xfrm rot="0" flipH="0" flipV="0">
              <a:off x="415071" y="347932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5791670" name=""/>
            <p:cNvSpPr/>
            <p:nvPr/>
          </p:nvSpPr>
          <p:spPr bwMode="auto">
            <a:xfrm rot="0" flipH="0" flipV="0">
              <a:off x="137155" y="344901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70691646" name=""/>
            <p:cNvSpPr/>
            <p:nvPr/>
          </p:nvSpPr>
          <p:spPr bwMode="auto">
            <a:xfrm rot="0" flipH="0" flipV="0">
              <a:off x="205735" y="211779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89395439" name=""/>
            <p:cNvSpPr/>
            <p:nvPr/>
          </p:nvSpPr>
          <p:spPr bwMode="auto">
            <a:xfrm rot="0" flipH="0" flipV="0">
              <a:off x="346491" y="207741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2146845" name=""/>
            <p:cNvSpPr/>
            <p:nvPr/>
          </p:nvSpPr>
          <p:spPr bwMode="auto">
            <a:xfrm rot="0" flipH="0" flipV="0">
              <a:off x="205735" y="413481"/>
              <a:ext cx="68580" cy="1393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11536832" name=""/>
            <p:cNvSpPr/>
            <p:nvPr/>
          </p:nvSpPr>
          <p:spPr bwMode="auto">
            <a:xfrm rot="0" flipH="0" flipV="0">
              <a:off x="346491" y="413481"/>
              <a:ext cx="68580" cy="13932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27706729" name=""/>
            <p:cNvSpPr/>
            <p:nvPr/>
          </p:nvSpPr>
          <p:spPr bwMode="auto">
            <a:xfrm rot="0" flipH="0" flipV="0">
              <a:off x="137155" y="552807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46066299" name=""/>
            <p:cNvSpPr/>
            <p:nvPr/>
          </p:nvSpPr>
          <p:spPr bwMode="auto">
            <a:xfrm rot="0" flipH="0" flipV="0">
              <a:off x="413380" y="552807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15268731" name=""/>
            <p:cNvSpPr/>
            <p:nvPr/>
          </p:nvSpPr>
          <p:spPr bwMode="auto">
            <a:xfrm rot="0" flipH="0" flipV="0">
              <a:off x="68575" y="621387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88741980" name=""/>
            <p:cNvSpPr/>
            <p:nvPr/>
          </p:nvSpPr>
          <p:spPr bwMode="auto">
            <a:xfrm rot="0" flipH="0" flipV="0">
              <a:off x="481959" y="621387"/>
              <a:ext cx="68580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7069046" name=""/>
            <p:cNvSpPr/>
            <p:nvPr/>
          </p:nvSpPr>
          <p:spPr bwMode="auto">
            <a:xfrm rot="0" flipH="0" flipV="0">
              <a:off x="34285" y="689967"/>
              <a:ext cx="68580" cy="231213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48469446" name=""/>
            <p:cNvSpPr/>
            <p:nvPr/>
          </p:nvSpPr>
          <p:spPr bwMode="auto">
            <a:xfrm rot="0" flipH="0" flipV="0">
              <a:off x="516251" y="689967"/>
              <a:ext cx="68580" cy="231213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97519994" name=""/>
            <p:cNvSpPr/>
            <p:nvPr/>
          </p:nvSpPr>
          <p:spPr bwMode="auto">
            <a:xfrm rot="0" flipH="0" flipV="0">
              <a:off x="0" y="918513"/>
              <a:ext cx="623556" cy="6858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32584457" name=""/>
            <p:cNvSpPr/>
            <p:nvPr/>
          </p:nvSpPr>
          <p:spPr bwMode="auto">
            <a:xfrm>
              <a:off x="137155" y="689967"/>
              <a:ext cx="342894" cy="189652"/>
            </a:xfrm>
            <a:custGeom>
              <a:avLst/>
              <a:gdLst/>
              <a:ahLst/>
              <a:cxnLst/>
              <a:rect l="0" t="0" r="r" b="b"/>
              <a:pathLst>
                <a:path w="342898" h="189656" fill="norm" stroke="1" extrusionOk="0">
                  <a:moveTo>
                    <a:pt x="136206" y="0"/>
                  </a:moveTo>
                  <a:cubicBezTo>
                    <a:pt x="136206" y="0"/>
                    <a:pt x="204786" y="0"/>
                    <a:pt x="204786" y="0"/>
                  </a:cubicBezTo>
                  <a:cubicBezTo>
                    <a:pt x="204786" y="0"/>
                    <a:pt x="204786" y="52496"/>
                    <a:pt x="204786" y="52496"/>
                  </a:cubicBezTo>
                  <a:cubicBezTo>
                    <a:pt x="204786" y="52496"/>
                    <a:pt x="273366" y="52496"/>
                    <a:pt x="273366" y="52496"/>
                  </a:cubicBezTo>
                  <a:cubicBezTo>
                    <a:pt x="273366" y="52496"/>
                    <a:pt x="273366" y="121076"/>
                    <a:pt x="273366" y="121076"/>
                  </a:cubicBezTo>
                  <a:cubicBezTo>
                    <a:pt x="273366" y="121076"/>
                    <a:pt x="342898" y="121076"/>
                    <a:pt x="342898" y="121076"/>
                  </a:cubicBezTo>
                  <a:cubicBezTo>
                    <a:pt x="342898" y="121076"/>
                    <a:pt x="342898" y="189656"/>
                    <a:pt x="342898" y="189656"/>
                  </a:cubicBezTo>
                  <a:cubicBezTo>
                    <a:pt x="342898" y="189656"/>
                    <a:pt x="0" y="189656"/>
                    <a:pt x="0" y="189656"/>
                  </a:cubicBezTo>
                  <a:cubicBezTo>
                    <a:pt x="0" y="189656"/>
                    <a:pt x="0" y="121076"/>
                    <a:pt x="0" y="121076"/>
                  </a:cubicBezTo>
                  <a:cubicBezTo>
                    <a:pt x="0" y="121076"/>
                    <a:pt x="69532" y="121076"/>
                    <a:pt x="69532" y="121076"/>
                  </a:cubicBezTo>
                  <a:cubicBezTo>
                    <a:pt x="69532" y="121076"/>
                    <a:pt x="69532" y="52496"/>
                    <a:pt x="69532" y="52496"/>
                  </a:cubicBezTo>
                  <a:cubicBezTo>
                    <a:pt x="69532" y="52496"/>
                    <a:pt x="136206" y="52496"/>
                    <a:pt x="136206" y="52496"/>
                  </a:cubicBezTo>
                  <a:cubicBezTo>
                    <a:pt x="136206" y="52496"/>
                    <a:pt x="136206" y="0"/>
                    <a:pt x="136206" y="0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</p:grpSp>
      <p:grpSp>
        <p:nvGrpSpPr>
          <p:cNvPr id="328056827" name=""/>
          <p:cNvGrpSpPr/>
          <p:nvPr/>
        </p:nvGrpSpPr>
        <p:grpSpPr bwMode="auto">
          <a:xfrm flipH="0" flipV="0">
            <a:off x="338527" y="347637"/>
            <a:ext cx="511515" cy="511515"/>
            <a:chOff x="0" y="0"/>
            <a:chExt cx="511515" cy="511515"/>
          </a:xfrm>
        </p:grpSpPr>
        <p:sp>
          <p:nvSpPr>
            <p:cNvPr id="2001820578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34913743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213012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19503330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886520987" name=""/>
          <p:cNvGrpSpPr/>
          <p:nvPr/>
        </p:nvGrpSpPr>
        <p:grpSpPr bwMode="auto">
          <a:xfrm flipH="0" flipV="0">
            <a:off x="315221" y="6001227"/>
            <a:ext cx="511515" cy="511515"/>
            <a:chOff x="0" y="0"/>
            <a:chExt cx="511515" cy="511515"/>
          </a:xfrm>
        </p:grpSpPr>
        <p:sp>
          <p:nvSpPr>
            <p:cNvPr id="1797395230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8974457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1798573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9401627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2048755834" name=""/>
          <p:cNvGrpSpPr/>
          <p:nvPr/>
        </p:nvGrpSpPr>
        <p:grpSpPr bwMode="auto">
          <a:xfrm rot="16199932">
            <a:off x="10872531" y="5722700"/>
            <a:ext cx="714375" cy="714375"/>
            <a:chOff x="0" y="0"/>
            <a:chExt cx="714375" cy="714375"/>
          </a:xfrm>
        </p:grpSpPr>
        <p:sp>
          <p:nvSpPr>
            <p:cNvPr id="1424412697" name=""/>
            <p:cNvSpPr/>
            <p:nvPr/>
          </p:nvSpPr>
          <p:spPr bwMode="auto">
            <a:xfrm rot="0" flipH="0" flipV="0">
              <a:off x="0" y="476245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42473417" name=""/>
            <p:cNvSpPr/>
            <p:nvPr/>
          </p:nvSpPr>
          <p:spPr bwMode="auto">
            <a:xfrm rot="0" flipH="0" flipV="0">
              <a:off x="238123" y="238122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70503068" name=""/>
            <p:cNvSpPr/>
            <p:nvPr/>
          </p:nvSpPr>
          <p:spPr bwMode="auto">
            <a:xfrm rot="0" flipH="0" flipV="0">
              <a:off x="476246" y="0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  <p:sp>
        <p:nvSpPr>
          <p:cNvPr id="60998633" name=""/>
          <p:cNvSpPr/>
          <p:nvPr/>
        </p:nvSpPr>
        <p:spPr bwMode="auto">
          <a:xfrm flipH="0" flipV="0">
            <a:off x="396284" y="1300024"/>
            <a:ext cx="1936372" cy="355743"/>
          </a:xfrm>
          <a:custGeom>
            <a:avLst/>
            <a:gdLst/>
            <a:ahLst/>
            <a:cxnLst/>
            <a:rect l="0" t="0" r="r" b="b"/>
            <a:pathLst>
              <a:path w="3529450" h="648420" fill="norm" stroke="1" extrusionOk="0">
                <a:moveTo>
                  <a:pt x="841871" y="33648"/>
                </a:moveTo>
                <a:cubicBezTo>
                  <a:pt x="867586" y="7934"/>
                  <a:pt x="902819" y="-3041"/>
                  <a:pt x="936659" y="720"/>
                </a:cubicBezTo>
                <a:cubicBezTo>
                  <a:pt x="970499" y="-3041"/>
                  <a:pt x="1005732" y="7934"/>
                  <a:pt x="1031446" y="33648"/>
                </a:cubicBezTo>
                <a:cubicBezTo>
                  <a:pt x="1031446" y="33648"/>
                  <a:pt x="1353773" y="355976"/>
                  <a:pt x="1353773" y="355976"/>
                </a:cubicBezTo>
                <a:cubicBezTo>
                  <a:pt x="1353773" y="355976"/>
                  <a:pt x="1676101" y="33648"/>
                  <a:pt x="1676101" y="33648"/>
                </a:cubicBezTo>
                <a:cubicBezTo>
                  <a:pt x="1720966" y="-11215"/>
                  <a:pt x="1794804" y="-11215"/>
                  <a:pt x="1839669" y="33648"/>
                </a:cubicBezTo>
                <a:cubicBezTo>
                  <a:pt x="1841711" y="35690"/>
                  <a:pt x="1843661" y="37793"/>
                  <a:pt x="1845518" y="39950"/>
                </a:cubicBezTo>
                <a:cubicBezTo>
                  <a:pt x="1848212" y="42188"/>
                  <a:pt x="1850825" y="44568"/>
                  <a:pt x="1853347" y="47090"/>
                </a:cubicBezTo>
                <a:cubicBezTo>
                  <a:pt x="1853347" y="47090"/>
                  <a:pt x="2175675" y="369418"/>
                  <a:pt x="2175675" y="369418"/>
                </a:cubicBezTo>
                <a:cubicBezTo>
                  <a:pt x="2175675" y="369418"/>
                  <a:pt x="2498002" y="47090"/>
                  <a:pt x="2498002" y="47090"/>
                </a:cubicBezTo>
                <a:cubicBezTo>
                  <a:pt x="2523717" y="21376"/>
                  <a:pt x="2558950" y="10400"/>
                  <a:pt x="2592790" y="14162"/>
                </a:cubicBezTo>
                <a:cubicBezTo>
                  <a:pt x="2626630" y="10400"/>
                  <a:pt x="2661863" y="21376"/>
                  <a:pt x="2687577" y="47090"/>
                </a:cubicBezTo>
                <a:cubicBezTo>
                  <a:pt x="2687577" y="47090"/>
                  <a:pt x="3009905" y="369418"/>
                  <a:pt x="3009905" y="369418"/>
                </a:cubicBezTo>
                <a:cubicBezTo>
                  <a:pt x="3009905" y="369418"/>
                  <a:pt x="3332232" y="47090"/>
                  <a:pt x="3332232" y="47090"/>
                </a:cubicBezTo>
                <a:cubicBezTo>
                  <a:pt x="3377097" y="2226"/>
                  <a:pt x="3450935" y="2226"/>
                  <a:pt x="3495800" y="47090"/>
                </a:cubicBezTo>
                <a:cubicBezTo>
                  <a:pt x="3540666" y="91956"/>
                  <a:pt x="3540666" y="165793"/>
                  <a:pt x="3495800" y="210659"/>
                </a:cubicBezTo>
                <a:cubicBezTo>
                  <a:pt x="3495799" y="210660"/>
                  <a:pt x="3091690" y="614769"/>
                  <a:pt x="3091689" y="614770"/>
                </a:cubicBezTo>
                <a:cubicBezTo>
                  <a:pt x="3046823" y="659636"/>
                  <a:pt x="2972986" y="659636"/>
                  <a:pt x="2928120" y="614770"/>
                </a:cubicBezTo>
                <a:cubicBezTo>
                  <a:pt x="2928120" y="614770"/>
                  <a:pt x="2592790" y="279440"/>
                  <a:pt x="2592790" y="279440"/>
                </a:cubicBezTo>
                <a:cubicBezTo>
                  <a:pt x="2477433" y="394797"/>
                  <a:pt x="2257460" y="614770"/>
                  <a:pt x="2257459" y="614770"/>
                </a:cubicBezTo>
                <a:cubicBezTo>
                  <a:pt x="2212593" y="659636"/>
                  <a:pt x="2138756" y="659636"/>
                  <a:pt x="2093890" y="614770"/>
                </a:cubicBezTo>
                <a:cubicBezTo>
                  <a:pt x="2093890" y="614770"/>
                  <a:pt x="1758002" y="278883"/>
                  <a:pt x="1758002" y="278883"/>
                </a:cubicBezTo>
                <a:cubicBezTo>
                  <a:pt x="1639937" y="396948"/>
                  <a:pt x="1435558" y="601327"/>
                  <a:pt x="1435558" y="601328"/>
                </a:cubicBezTo>
                <a:cubicBezTo>
                  <a:pt x="1390692" y="646194"/>
                  <a:pt x="1316855" y="646194"/>
                  <a:pt x="1271989" y="601328"/>
                </a:cubicBezTo>
                <a:cubicBezTo>
                  <a:pt x="1271989" y="601328"/>
                  <a:pt x="936659" y="265998"/>
                  <a:pt x="936659" y="265998"/>
                </a:cubicBezTo>
                <a:cubicBezTo>
                  <a:pt x="821302" y="381355"/>
                  <a:pt x="601329" y="601328"/>
                  <a:pt x="601328" y="601328"/>
                </a:cubicBezTo>
                <a:cubicBezTo>
                  <a:pt x="556462" y="646194"/>
                  <a:pt x="482625" y="646194"/>
                  <a:pt x="437759" y="601328"/>
                </a:cubicBezTo>
                <a:cubicBezTo>
                  <a:pt x="437759" y="601328"/>
                  <a:pt x="33647" y="197217"/>
                  <a:pt x="33647" y="197217"/>
                </a:cubicBezTo>
                <a:cubicBezTo>
                  <a:pt x="-11215" y="152351"/>
                  <a:pt x="-11215" y="78514"/>
                  <a:pt x="33647" y="33648"/>
                </a:cubicBezTo>
                <a:cubicBezTo>
                  <a:pt x="78513" y="-11215"/>
                  <a:pt x="152351" y="-11215"/>
                  <a:pt x="197216" y="33648"/>
                </a:cubicBezTo>
                <a:cubicBezTo>
                  <a:pt x="197216" y="33648"/>
                  <a:pt x="519544" y="355976"/>
                  <a:pt x="519544" y="355976"/>
                </a:cubicBezTo>
                <a:cubicBezTo>
                  <a:pt x="519544" y="355976"/>
                  <a:pt x="841871" y="33648"/>
                  <a:pt x="841871" y="33648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solidFill>
          <a:schemeClr val="accent1">
            <a:alpha val="4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68527959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411" y="0"/>
            <a:ext cx="12181170" cy="6858000"/>
          </a:xfrm>
          <a:prstGeom prst="rect">
            <a:avLst/>
          </a:prstGeom>
        </p:spPr>
      </p:pic>
      <p:sp>
        <p:nvSpPr>
          <p:cNvPr id="1036449404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2714672" y="3968266"/>
            <a:ext cx="6791738" cy="150018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>
                <a:solidFill>
                  <a:schemeClr val="tx1"/>
                </a:solidFill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</a:defRPr>
            </a:lvl3pPr>
            <a:lvl4pPr marL="1371600" indent="0" algn="ctr">
              <a:buNone/>
              <a:defRPr sz="1600">
                <a:solidFill>
                  <a:schemeClr val="tx1"/>
                </a:solidFill>
              </a:defRPr>
            </a:lvl4pPr>
            <a:lvl5pPr marL="1828800" indent="0" algn="ctr">
              <a:buNone/>
              <a:defRPr sz="1600">
                <a:solidFill>
                  <a:schemeClr val="tx1"/>
                </a:solidFill>
              </a:defRPr>
            </a:lvl5pPr>
            <a:lvl6pPr marL="2286000" indent="0" algn="ctr">
              <a:buNone/>
              <a:defRPr sz="1600">
                <a:solidFill>
                  <a:schemeClr val="tx1"/>
                </a:solidFill>
              </a:defRPr>
            </a:lvl6pPr>
            <a:lvl7pPr marL="2743200" indent="0" algn="ctr">
              <a:buNone/>
              <a:defRPr sz="1600">
                <a:solidFill>
                  <a:schemeClr val="tx1"/>
                </a:solidFill>
              </a:defRPr>
            </a:lvl7pPr>
            <a:lvl8pPr marL="3200400" indent="0" algn="ctr">
              <a:buNone/>
              <a:defRPr sz="1600">
                <a:solidFill>
                  <a:schemeClr val="tx1"/>
                </a:solidFill>
              </a:defRPr>
            </a:lvl8pPr>
            <a:lvl9pPr marL="3657600" indent="0" algn="ctr"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728432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268559430" name=""/>
          <p:cNvGrpSpPr/>
          <p:nvPr/>
        </p:nvGrpSpPr>
        <p:grpSpPr bwMode="auto">
          <a:xfrm rot="5399909" flipH="0" flipV="0">
            <a:off x="7934772" y="2605428"/>
            <a:ext cx="1169966" cy="7344468"/>
            <a:chOff x="0" y="0"/>
            <a:chExt cx="1169966" cy="7344468"/>
          </a:xfrm>
        </p:grpSpPr>
        <p:sp>
          <p:nvSpPr>
            <p:cNvPr id="1620451767" name=""/>
            <p:cNvSpPr/>
            <p:nvPr/>
          </p:nvSpPr>
          <p:spPr bwMode="auto">
            <a:xfrm rot="0" flipH="0" flipV="0">
              <a:off x="0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03317001" name=""/>
            <p:cNvSpPr/>
            <p:nvPr/>
          </p:nvSpPr>
          <p:spPr bwMode="auto">
            <a:xfrm rot="0" flipH="0" flipV="0">
              <a:off x="389988" y="0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29135304" name=""/>
            <p:cNvSpPr/>
            <p:nvPr/>
          </p:nvSpPr>
          <p:spPr bwMode="auto">
            <a:xfrm rot="0" flipH="0" flipV="0">
              <a:off x="779976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4511185" name=""/>
            <p:cNvSpPr/>
            <p:nvPr/>
          </p:nvSpPr>
          <p:spPr bwMode="auto">
            <a:xfrm rot="0" flipH="0" flipV="0">
              <a:off x="389988" y="4896306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393435605" name=""/>
          <p:cNvGrpSpPr/>
          <p:nvPr/>
        </p:nvGrpSpPr>
        <p:grpSpPr bwMode="auto">
          <a:xfrm rot="5399909" flipH="0" flipV="0">
            <a:off x="3087246" y="-3087153"/>
            <a:ext cx="1169966" cy="7344468"/>
            <a:chOff x="0" y="0"/>
            <a:chExt cx="1169966" cy="7344468"/>
          </a:xfrm>
        </p:grpSpPr>
        <p:sp>
          <p:nvSpPr>
            <p:cNvPr id="1345914874" name=""/>
            <p:cNvSpPr/>
            <p:nvPr/>
          </p:nvSpPr>
          <p:spPr bwMode="auto">
            <a:xfrm rot="0" flipH="0" flipV="0">
              <a:off x="0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01061633" name=""/>
            <p:cNvSpPr/>
            <p:nvPr/>
          </p:nvSpPr>
          <p:spPr bwMode="auto">
            <a:xfrm rot="0" flipH="0" flipV="0">
              <a:off x="389988" y="0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80171932" name=""/>
            <p:cNvSpPr/>
            <p:nvPr/>
          </p:nvSpPr>
          <p:spPr bwMode="auto">
            <a:xfrm rot="0" flipH="0" flipV="0">
              <a:off x="779976" y="2448144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97577807" name=""/>
            <p:cNvSpPr/>
            <p:nvPr/>
          </p:nvSpPr>
          <p:spPr bwMode="auto">
            <a:xfrm rot="0" flipH="0" flipV="0">
              <a:off x="389988" y="4896306"/>
              <a:ext cx="389988" cy="2448144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484712716" name=""/>
          <p:cNvGrpSpPr/>
          <p:nvPr/>
        </p:nvGrpSpPr>
        <p:grpSpPr bwMode="auto">
          <a:xfrm flipH="0" flipV="0">
            <a:off x="865296" y="142389"/>
            <a:ext cx="2105496" cy="962703"/>
            <a:chOff x="0" y="0"/>
            <a:chExt cx="2105496" cy="962703"/>
          </a:xfrm>
        </p:grpSpPr>
        <p:sp>
          <p:nvSpPr>
            <p:cNvPr id="99753566" name=""/>
            <p:cNvSpPr/>
            <p:nvPr/>
          </p:nvSpPr>
          <p:spPr bwMode="auto">
            <a:xfrm rot="0" flipH="0" flipV="0">
              <a:off x="0" y="0"/>
              <a:ext cx="2105496" cy="962703"/>
            </a:xfrm>
            <a:custGeom>
              <a:avLst/>
              <a:gdLst/>
              <a:ahLst/>
              <a:cxnLst/>
              <a:rect l="0" t="0" r="r" b="b"/>
              <a:pathLst>
                <a:path w="1108597" h="506889" fill="norm" stroke="1" extrusionOk="0">
                  <a:moveTo>
                    <a:pt x="422487" y="0"/>
                  </a:moveTo>
                  <a:cubicBezTo>
                    <a:pt x="422487" y="0"/>
                    <a:pt x="487657" y="0"/>
                    <a:pt x="487657" y="0"/>
                  </a:cubicBezTo>
                  <a:cubicBezTo>
                    <a:pt x="487657" y="0"/>
                    <a:pt x="487657" y="65170"/>
                    <a:pt x="487657" y="65170"/>
                  </a:cubicBezTo>
                  <a:cubicBezTo>
                    <a:pt x="487657" y="65170"/>
                    <a:pt x="559505" y="65170"/>
                    <a:pt x="559505" y="65170"/>
                  </a:cubicBezTo>
                  <a:cubicBezTo>
                    <a:pt x="559505" y="65170"/>
                    <a:pt x="559505" y="130339"/>
                    <a:pt x="559505" y="130339"/>
                  </a:cubicBezTo>
                  <a:cubicBezTo>
                    <a:pt x="559505" y="130339"/>
                    <a:pt x="345711" y="130339"/>
                    <a:pt x="345711" y="130339"/>
                  </a:cubicBezTo>
                  <a:cubicBezTo>
                    <a:pt x="345711" y="130339"/>
                    <a:pt x="345711" y="65170"/>
                    <a:pt x="345711" y="65170"/>
                  </a:cubicBezTo>
                  <a:cubicBezTo>
                    <a:pt x="345711" y="65170"/>
                    <a:pt x="422487" y="65170"/>
                    <a:pt x="422487" y="65170"/>
                  </a:cubicBezTo>
                  <a:cubicBezTo>
                    <a:pt x="422487" y="65170"/>
                    <a:pt x="422487" y="0"/>
                    <a:pt x="422487" y="0"/>
                  </a:cubicBezTo>
                  <a:close/>
                  <a:moveTo>
                    <a:pt x="281354" y="130342"/>
                  </a:moveTo>
                  <a:cubicBezTo>
                    <a:pt x="281354" y="130342"/>
                    <a:pt x="695055" y="130342"/>
                    <a:pt x="695055" y="130342"/>
                  </a:cubicBezTo>
                  <a:cubicBezTo>
                    <a:pt x="695055" y="130342"/>
                    <a:pt x="695055" y="269737"/>
                    <a:pt x="695055" y="269737"/>
                  </a:cubicBezTo>
                  <a:cubicBezTo>
                    <a:pt x="695055" y="269737"/>
                    <a:pt x="760224" y="269736"/>
                    <a:pt x="760224" y="269736"/>
                  </a:cubicBezTo>
                  <a:cubicBezTo>
                    <a:pt x="760224" y="269736"/>
                    <a:pt x="760224" y="204567"/>
                    <a:pt x="760224" y="204567"/>
                  </a:cubicBezTo>
                  <a:cubicBezTo>
                    <a:pt x="760224" y="204567"/>
                    <a:pt x="903726" y="204567"/>
                    <a:pt x="903726" y="204567"/>
                  </a:cubicBezTo>
                  <a:cubicBezTo>
                    <a:pt x="903726" y="204567"/>
                    <a:pt x="903726" y="269738"/>
                    <a:pt x="903726" y="269738"/>
                  </a:cubicBezTo>
                  <a:cubicBezTo>
                    <a:pt x="903726" y="269738"/>
                    <a:pt x="1043426" y="269738"/>
                    <a:pt x="1043426" y="269738"/>
                  </a:cubicBezTo>
                  <a:cubicBezTo>
                    <a:pt x="1043426" y="269738"/>
                    <a:pt x="1043426" y="358438"/>
                    <a:pt x="1043426" y="358438"/>
                  </a:cubicBezTo>
                  <a:cubicBezTo>
                    <a:pt x="1043426" y="358438"/>
                    <a:pt x="1108596" y="358438"/>
                    <a:pt x="1108596" y="358438"/>
                  </a:cubicBezTo>
                  <a:cubicBezTo>
                    <a:pt x="1108596" y="358438"/>
                    <a:pt x="1108596" y="423607"/>
                    <a:pt x="1108596" y="423607"/>
                  </a:cubicBezTo>
                  <a:cubicBezTo>
                    <a:pt x="1108596" y="423607"/>
                    <a:pt x="903726" y="423607"/>
                    <a:pt x="903726" y="423607"/>
                  </a:cubicBezTo>
                  <a:cubicBezTo>
                    <a:pt x="903726" y="423607"/>
                    <a:pt x="903726" y="451702"/>
                    <a:pt x="903726" y="451702"/>
                  </a:cubicBezTo>
                  <a:cubicBezTo>
                    <a:pt x="903726" y="451702"/>
                    <a:pt x="760224" y="451702"/>
                    <a:pt x="760224" y="451702"/>
                  </a:cubicBezTo>
                  <a:cubicBezTo>
                    <a:pt x="760224" y="451702"/>
                    <a:pt x="760224" y="474304"/>
                    <a:pt x="760224" y="474304"/>
                  </a:cubicBezTo>
                  <a:cubicBezTo>
                    <a:pt x="760224" y="474304"/>
                    <a:pt x="615860" y="474304"/>
                    <a:pt x="615860" y="474304"/>
                  </a:cubicBezTo>
                  <a:cubicBezTo>
                    <a:pt x="615860" y="474304"/>
                    <a:pt x="615860" y="506889"/>
                    <a:pt x="615860" y="506889"/>
                  </a:cubicBezTo>
                  <a:cubicBezTo>
                    <a:pt x="615860" y="506889"/>
                    <a:pt x="227068" y="506889"/>
                    <a:pt x="227068" y="506889"/>
                  </a:cubicBezTo>
                  <a:cubicBezTo>
                    <a:pt x="227068" y="506889"/>
                    <a:pt x="227069" y="456193"/>
                    <a:pt x="227069" y="456193"/>
                  </a:cubicBezTo>
                  <a:cubicBezTo>
                    <a:pt x="227069" y="456193"/>
                    <a:pt x="0" y="456193"/>
                    <a:pt x="0" y="456193"/>
                  </a:cubicBezTo>
                  <a:cubicBezTo>
                    <a:pt x="0" y="456193"/>
                    <a:pt x="0" y="391023"/>
                    <a:pt x="0" y="391023"/>
                  </a:cubicBezTo>
                  <a:cubicBezTo>
                    <a:pt x="0" y="391023"/>
                    <a:pt x="67559" y="391023"/>
                    <a:pt x="67559" y="391023"/>
                  </a:cubicBezTo>
                  <a:cubicBezTo>
                    <a:pt x="67559" y="391023"/>
                    <a:pt x="67559" y="325853"/>
                    <a:pt x="67559" y="325853"/>
                  </a:cubicBezTo>
                  <a:cubicBezTo>
                    <a:pt x="67559" y="325853"/>
                    <a:pt x="131918" y="325853"/>
                    <a:pt x="131918" y="325853"/>
                  </a:cubicBezTo>
                  <a:cubicBezTo>
                    <a:pt x="131918" y="325853"/>
                    <a:pt x="131918" y="260683"/>
                    <a:pt x="131918" y="260683"/>
                  </a:cubicBezTo>
                  <a:cubicBezTo>
                    <a:pt x="131918" y="260683"/>
                    <a:pt x="227068" y="260683"/>
                    <a:pt x="227068" y="260683"/>
                  </a:cubicBezTo>
                  <a:cubicBezTo>
                    <a:pt x="227068" y="260683"/>
                    <a:pt x="227068" y="195513"/>
                    <a:pt x="227068" y="195513"/>
                  </a:cubicBezTo>
                  <a:cubicBezTo>
                    <a:pt x="227068" y="195513"/>
                    <a:pt x="281354" y="195513"/>
                    <a:pt x="281354" y="195513"/>
                  </a:cubicBezTo>
                  <a:cubicBezTo>
                    <a:pt x="281354" y="195513"/>
                    <a:pt x="281354" y="130342"/>
                    <a:pt x="281354" y="1303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469112138" name=""/>
            <p:cNvSpPr/>
            <p:nvPr/>
          </p:nvSpPr>
          <p:spPr bwMode="auto">
            <a:xfrm rot="0" flipH="0" flipV="0">
              <a:off x="142337" y="493155"/>
              <a:ext cx="1963151" cy="469548"/>
            </a:xfrm>
            <a:custGeom>
              <a:avLst/>
              <a:gdLst/>
              <a:ahLst/>
              <a:cxnLst/>
              <a:rect l="0" t="0" r="r" b="b"/>
              <a:pathLst>
                <a:path w="1033651" h="247230" fill="norm" stroke="1" extrusionOk="0">
                  <a:moveTo>
                    <a:pt x="597646" y="104565"/>
                  </a:moveTo>
                  <a:cubicBezTo>
                    <a:pt x="597646" y="104565"/>
                    <a:pt x="666702" y="104565"/>
                    <a:pt x="666702" y="104565"/>
                  </a:cubicBezTo>
                  <a:cubicBezTo>
                    <a:pt x="666702" y="104565"/>
                    <a:pt x="666702" y="173621"/>
                    <a:pt x="666702" y="173621"/>
                  </a:cubicBezTo>
                  <a:cubicBezTo>
                    <a:pt x="666702" y="173621"/>
                    <a:pt x="597646" y="173621"/>
                    <a:pt x="597646" y="173621"/>
                  </a:cubicBezTo>
                  <a:cubicBezTo>
                    <a:pt x="597646" y="173621"/>
                    <a:pt x="597646" y="104565"/>
                    <a:pt x="597646" y="104565"/>
                  </a:cubicBezTo>
                  <a:close/>
                  <a:moveTo>
                    <a:pt x="305981" y="0"/>
                  </a:moveTo>
                  <a:cubicBezTo>
                    <a:pt x="305981" y="0"/>
                    <a:pt x="375036" y="0"/>
                    <a:pt x="375036" y="0"/>
                  </a:cubicBezTo>
                  <a:cubicBezTo>
                    <a:pt x="375036" y="0"/>
                    <a:pt x="375036" y="57754"/>
                    <a:pt x="375036" y="57754"/>
                  </a:cubicBezTo>
                  <a:cubicBezTo>
                    <a:pt x="375036" y="57754"/>
                    <a:pt x="415244" y="57754"/>
                    <a:pt x="415244" y="57754"/>
                  </a:cubicBezTo>
                  <a:cubicBezTo>
                    <a:pt x="415244" y="57754"/>
                    <a:pt x="415244" y="119215"/>
                    <a:pt x="415244" y="119215"/>
                  </a:cubicBezTo>
                  <a:cubicBezTo>
                    <a:pt x="415244" y="119215"/>
                    <a:pt x="484630" y="119215"/>
                    <a:pt x="484630" y="119215"/>
                  </a:cubicBezTo>
                  <a:cubicBezTo>
                    <a:pt x="484630" y="119215"/>
                    <a:pt x="484630" y="174079"/>
                    <a:pt x="484630" y="174079"/>
                  </a:cubicBezTo>
                  <a:cubicBezTo>
                    <a:pt x="484630" y="174079"/>
                    <a:pt x="817078" y="174079"/>
                    <a:pt x="817078" y="174079"/>
                  </a:cubicBezTo>
                  <a:cubicBezTo>
                    <a:pt x="817078" y="174079"/>
                    <a:pt x="817078" y="118616"/>
                    <a:pt x="817078" y="118616"/>
                  </a:cubicBezTo>
                  <a:cubicBezTo>
                    <a:pt x="817078" y="118616"/>
                    <a:pt x="1033651" y="118616"/>
                    <a:pt x="1033651" y="118616"/>
                  </a:cubicBezTo>
                  <a:cubicBezTo>
                    <a:pt x="1033651" y="118616"/>
                    <a:pt x="1033651" y="187673"/>
                    <a:pt x="1033651" y="187673"/>
                  </a:cubicBezTo>
                  <a:cubicBezTo>
                    <a:pt x="1033651" y="187673"/>
                    <a:pt x="832102" y="187673"/>
                    <a:pt x="832102" y="187673"/>
                  </a:cubicBezTo>
                  <a:cubicBezTo>
                    <a:pt x="832102" y="187673"/>
                    <a:pt x="832102" y="247230"/>
                    <a:pt x="832102" y="247230"/>
                  </a:cubicBezTo>
                  <a:cubicBezTo>
                    <a:pt x="832102" y="247230"/>
                    <a:pt x="0" y="247230"/>
                    <a:pt x="0" y="247230"/>
                  </a:cubicBezTo>
                  <a:cubicBezTo>
                    <a:pt x="0" y="247230"/>
                    <a:pt x="0" y="174079"/>
                    <a:pt x="0" y="174079"/>
                  </a:cubicBezTo>
                  <a:cubicBezTo>
                    <a:pt x="0" y="174079"/>
                    <a:pt x="100584" y="174077"/>
                    <a:pt x="100584" y="174077"/>
                  </a:cubicBezTo>
                  <a:cubicBezTo>
                    <a:pt x="100584" y="174077"/>
                    <a:pt x="100584" y="119215"/>
                    <a:pt x="100584" y="119215"/>
                  </a:cubicBezTo>
                  <a:cubicBezTo>
                    <a:pt x="100584" y="119215"/>
                    <a:pt x="265775" y="119215"/>
                    <a:pt x="265775" y="119215"/>
                  </a:cubicBezTo>
                  <a:cubicBezTo>
                    <a:pt x="265775" y="119215"/>
                    <a:pt x="265775" y="57754"/>
                    <a:pt x="265775" y="57754"/>
                  </a:cubicBezTo>
                  <a:cubicBezTo>
                    <a:pt x="265775" y="57754"/>
                    <a:pt x="305981" y="57753"/>
                    <a:pt x="305981" y="57753"/>
                  </a:cubicBezTo>
                  <a:cubicBezTo>
                    <a:pt x="305981" y="57753"/>
                    <a:pt x="305981" y="0"/>
                    <a:pt x="3059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</p:grpSp>
      <p:sp>
        <p:nvSpPr>
          <p:cNvPr id="352358472" name=""/>
          <p:cNvSpPr/>
          <p:nvPr/>
        </p:nvSpPr>
        <p:spPr bwMode="auto">
          <a:xfrm>
            <a:off x="1033578" y="4662803"/>
            <a:ext cx="1302796" cy="1421075"/>
          </a:xfrm>
          <a:custGeom>
            <a:avLst/>
            <a:gdLst/>
            <a:ahLst/>
            <a:cxnLst/>
            <a:rect l="0" t="0" r="r" b="b"/>
            <a:pathLst>
              <a:path w="1302800" h="1421080" fill="norm" stroke="1" extrusionOk="0">
                <a:moveTo>
                  <a:pt x="1030670" y="936081"/>
                </a:moveTo>
                <a:cubicBezTo>
                  <a:pt x="1076805" y="899784"/>
                  <a:pt x="1170385" y="940607"/>
                  <a:pt x="1237972" y="1026514"/>
                </a:cubicBezTo>
                <a:cubicBezTo>
                  <a:pt x="1305560" y="1112421"/>
                  <a:pt x="1323212" y="1212980"/>
                  <a:pt x="1277077" y="1249277"/>
                </a:cubicBezTo>
                <a:cubicBezTo>
                  <a:pt x="1272677" y="1252739"/>
                  <a:pt x="1267845" y="1255499"/>
                  <a:pt x="1262645" y="1257585"/>
                </a:cubicBezTo>
                <a:cubicBezTo>
                  <a:pt x="1262645" y="1257585"/>
                  <a:pt x="1264125" y="1259467"/>
                  <a:pt x="1264125" y="1259467"/>
                </a:cubicBezTo>
                <a:cubicBezTo>
                  <a:pt x="925324" y="1520086"/>
                  <a:pt x="431784" y="1459159"/>
                  <a:pt x="166873" y="1122442"/>
                </a:cubicBezTo>
                <a:cubicBezTo>
                  <a:pt x="-98039" y="785724"/>
                  <a:pt x="-41100" y="291708"/>
                  <a:pt x="291934" y="23762"/>
                </a:cubicBezTo>
                <a:cubicBezTo>
                  <a:pt x="291934" y="23762"/>
                  <a:pt x="293172" y="25335"/>
                  <a:pt x="293172" y="25335"/>
                </a:cubicBezTo>
                <a:cubicBezTo>
                  <a:pt x="296424" y="20772"/>
                  <a:pt x="300244" y="16726"/>
                  <a:pt x="304644" y="13264"/>
                </a:cubicBezTo>
                <a:cubicBezTo>
                  <a:pt x="350779" y="-23032"/>
                  <a:pt x="444359" y="17790"/>
                  <a:pt x="511946" y="103697"/>
                </a:cubicBezTo>
                <a:cubicBezTo>
                  <a:pt x="579534" y="189604"/>
                  <a:pt x="597186" y="290163"/>
                  <a:pt x="551051" y="326460"/>
                </a:cubicBezTo>
                <a:cubicBezTo>
                  <a:pt x="544807" y="331372"/>
                  <a:pt x="537693" y="334872"/>
                  <a:pt x="529893" y="337039"/>
                </a:cubicBezTo>
                <a:cubicBezTo>
                  <a:pt x="370900" y="472471"/>
                  <a:pt x="345634" y="713911"/>
                  <a:pt x="475817" y="879380"/>
                </a:cubicBezTo>
                <a:cubicBezTo>
                  <a:pt x="605823" y="1044626"/>
                  <a:pt x="845959" y="1077028"/>
                  <a:pt x="1014971" y="954953"/>
                </a:cubicBezTo>
                <a:cubicBezTo>
                  <a:pt x="1018972" y="947541"/>
                  <a:pt x="1024192" y="941177"/>
                  <a:pt x="1030670" y="936081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  <a:effectLst/>
        </p:spPr>
        <p:txBody>
          <a:bodyPr/>
          <a:p>
            <a:pPr>
              <a:defRPr/>
            </a:pPr>
            <a:endParaRPr/>
          </a:p>
        </p:txBody>
      </p:sp>
      <p:grpSp>
        <p:nvGrpSpPr>
          <p:cNvPr id="1889390609" name=""/>
          <p:cNvGrpSpPr/>
          <p:nvPr/>
        </p:nvGrpSpPr>
        <p:grpSpPr bwMode="auto">
          <a:xfrm rot="19308276" flipH="0" flipV="0">
            <a:off x="967564" y="4377036"/>
            <a:ext cx="901116" cy="1572687"/>
            <a:chOff x="0" y="0"/>
            <a:chExt cx="901116" cy="1572687"/>
          </a:xfrm>
        </p:grpSpPr>
        <p:sp>
          <p:nvSpPr>
            <p:cNvPr id="2087687749" name=""/>
            <p:cNvSpPr/>
            <p:nvPr/>
          </p:nvSpPr>
          <p:spPr bwMode="auto">
            <a:xfrm>
              <a:off x="0" y="386"/>
              <a:ext cx="777627" cy="1572294"/>
            </a:xfrm>
            <a:custGeom>
              <a:avLst/>
              <a:gdLst/>
              <a:ahLst/>
              <a:cxnLst/>
              <a:rect l="0" t="0" r="r" b="b"/>
              <a:pathLst>
                <a:path w="963533" h="1948179" fill="norm" stroke="1" extrusionOk="0">
                  <a:moveTo>
                    <a:pt x="0" y="974090"/>
                  </a:moveTo>
                  <a:cubicBezTo>
                    <a:pt x="0" y="443230"/>
                    <a:pt x="433935" y="5776"/>
                    <a:pt x="963533" y="0"/>
                  </a:cubicBezTo>
                  <a:cubicBezTo>
                    <a:pt x="963533" y="0"/>
                    <a:pt x="963533" y="487131"/>
                    <a:pt x="963533" y="487131"/>
                  </a:cubicBezTo>
                  <a:cubicBezTo>
                    <a:pt x="701148" y="492861"/>
                    <a:pt x="487073" y="710435"/>
                    <a:pt x="487073" y="974090"/>
                  </a:cubicBezTo>
                  <a:cubicBezTo>
                    <a:pt x="487073" y="1237743"/>
                    <a:pt x="701148" y="1455317"/>
                    <a:pt x="963533" y="1461047"/>
                  </a:cubicBezTo>
                  <a:cubicBezTo>
                    <a:pt x="963533" y="1461047"/>
                    <a:pt x="963533" y="1948179"/>
                    <a:pt x="963533" y="1948179"/>
                  </a:cubicBezTo>
                  <a:cubicBezTo>
                    <a:pt x="433935" y="1942402"/>
                    <a:pt x="0" y="1504948"/>
                    <a:pt x="0" y="974090"/>
                  </a:cubicBezTo>
                  <a:close/>
                </a:path>
              </a:pathLst>
            </a:custGeom>
            <a:solidFill>
              <a:schemeClr val="accent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96374816" name=""/>
            <p:cNvSpPr/>
            <p:nvPr/>
          </p:nvSpPr>
          <p:spPr bwMode="auto">
            <a:xfrm rot="0" flipH="0" flipV="0">
              <a:off x="687099" y="0"/>
              <a:ext cx="214011" cy="398502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28984753" name=""/>
            <p:cNvSpPr/>
            <p:nvPr/>
          </p:nvSpPr>
          <p:spPr bwMode="auto">
            <a:xfrm rot="0" flipH="0" flipV="0">
              <a:off x="687099" y="1174178"/>
              <a:ext cx="214011" cy="398502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851973569" name=""/>
          <p:cNvGrpSpPr/>
          <p:nvPr/>
        </p:nvGrpSpPr>
        <p:grpSpPr bwMode="auto">
          <a:xfrm rot="10799989">
            <a:off x="3561273" y="6150089"/>
            <a:ext cx="714375" cy="714375"/>
            <a:chOff x="0" y="0"/>
            <a:chExt cx="714375" cy="714375"/>
          </a:xfrm>
        </p:grpSpPr>
        <p:sp>
          <p:nvSpPr>
            <p:cNvPr id="180510228" name=""/>
            <p:cNvSpPr/>
            <p:nvPr/>
          </p:nvSpPr>
          <p:spPr bwMode="auto">
            <a:xfrm rot="0" flipH="0" flipV="0">
              <a:off x="0" y="476244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26033951" name=""/>
            <p:cNvSpPr/>
            <p:nvPr/>
          </p:nvSpPr>
          <p:spPr bwMode="auto">
            <a:xfrm rot="0" flipH="0" flipV="0">
              <a:off x="238122" y="238122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5731396" name=""/>
            <p:cNvSpPr/>
            <p:nvPr/>
          </p:nvSpPr>
          <p:spPr bwMode="auto">
            <a:xfrm rot="0" flipH="0" flipV="0">
              <a:off x="476245" y="0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  <p:grpSp>
        <p:nvGrpSpPr>
          <p:cNvPr id="565655128" name=""/>
          <p:cNvGrpSpPr/>
          <p:nvPr/>
        </p:nvGrpSpPr>
        <p:grpSpPr bwMode="auto">
          <a:xfrm flipH="0" flipV="0">
            <a:off x="10668839" y="2714229"/>
            <a:ext cx="1536021" cy="1351359"/>
            <a:chOff x="0" y="0"/>
            <a:chExt cx="1536021" cy="1351359"/>
          </a:xfrm>
        </p:grpSpPr>
        <p:sp>
          <p:nvSpPr>
            <p:cNvPr id="86261079" name=""/>
            <p:cNvSpPr/>
            <p:nvPr/>
          </p:nvSpPr>
          <p:spPr bwMode="auto">
            <a:xfrm>
              <a:off x="0" y="0"/>
              <a:ext cx="1536021" cy="1351359"/>
            </a:xfrm>
            <a:custGeom>
              <a:avLst/>
              <a:gdLst/>
              <a:ahLst/>
              <a:cxnLst/>
              <a:rect l="0" t="0" r="r" b="b"/>
              <a:pathLst>
                <a:path w="1809131" h="1591634" fill="norm" stroke="1" extrusionOk="0">
                  <a:moveTo>
                    <a:pt x="1326610" y="0"/>
                  </a:moveTo>
                  <a:cubicBezTo>
                    <a:pt x="1326610" y="0"/>
                    <a:pt x="1531244" y="0"/>
                    <a:pt x="1531244" y="0"/>
                  </a:cubicBezTo>
                  <a:cubicBezTo>
                    <a:pt x="1531244" y="0"/>
                    <a:pt x="1531244" y="204633"/>
                    <a:pt x="1531244" y="204633"/>
                  </a:cubicBezTo>
                  <a:cubicBezTo>
                    <a:pt x="1531244" y="204633"/>
                    <a:pt x="1756847" y="204633"/>
                    <a:pt x="1756847" y="204633"/>
                  </a:cubicBezTo>
                  <a:cubicBezTo>
                    <a:pt x="1756847" y="204633"/>
                    <a:pt x="1756847" y="409265"/>
                    <a:pt x="1756847" y="409265"/>
                  </a:cubicBezTo>
                  <a:cubicBezTo>
                    <a:pt x="1756847" y="409265"/>
                    <a:pt x="1085534" y="409265"/>
                    <a:pt x="1085534" y="409265"/>
                  </a:cubicBezTo>
                  <a:cubicBezTo>
                    <a:pt x="1085534" y="409265"/>
                    <a:pt x="1085534" y="204633"/>
                    <a:pt x="1085534" y="204633"/>
                  </a:cubicBezTo>
                  <a:cubicBezTo>
                    <a:pt x="1085534" y="204633"/>
                    <a:pt x="1326610" y="204633"/>
                    <a:pt x="1326610" y="204633"/>
                  </a:cubicBezTo>
                  <a:cubicBezTo>
                    <a:pt x="1326610" y="204633"/>
                    <a:pt x="1326610" y="0"/>
                    <a:pt x="1326610" y="0"/>
                  </a:cubicBezTo>
                  <a:close/>
                  <a:moveTo>
                    <a:pt x="883452" y="409273"/>
                  </a:moveTo>
                  <a:cubicBezTo>
                    <a:pt x="883452" y="409273"/>
                    <a:pt x="1809131" y="409273"/>
                    <a:pt x="1809131" y="409273"/>
                  </a:cubicBezTo>
                  <a:cubicBezTo>
                    <a:pt x="1809131" y="409273"/>
                    <a:pt x="1809130" y="1591633"/>
                    <a:pt x="1809130" y="1591633"/>
                  </a:cubicBezTo>
                  <a:cubicBezTo>
                    <a:pt x="1809130" y="1591633"/>
                    <a:pt x="712994" y="1591633"/>
                    <a:pt x="712994" y="1591633"/>
                  </a:cubicBezTo>
                  <a:cubicBezTo>
                    <a:pt x="712994" y="1591633"/>
                    <a:pt x="712997" y="1432449"/>
                    <a:pt x="712997" y="1432449"/>
                  </a:cubicBezTo>
                  <a:cubicBezTo>
                    <a:pt x="712997" y="1432449"/>
                    <a:pt x="0" y="1432449"/>
                    <a:pt x="0" y="1432449"/>
                  </a:cubicBezTo>
                  <a:cubicBezTo>
                    <a:pt x="0" y="1432449"/>
                    <a:pt x="0" y="1227814"/>
                    <a:pt x="0" y="1227814"/>
                  </a:cubicBezTo>
                  <a:cubicBezTo>
                    <a:pt x="0" y="1227814"/>
                    <a:pt x="212134" y="1227814"/>
                    <a:pt x="212134" y="1227814"/>
                  </a:cubicBezTo>
                  <a:cubicBezTo>
                    <a:pt x="212134" y="1227814"/>
                    <a:pt x="212134" y="1023180"/>
                    <a:pt x="212134" y="1023180"/>
                  </a:cubicBezTo>
                  <a:cubicBezTo>
                    <a:pt x="212134" y="1023180"/>
                    <a:pt x="414223" y="1023180"/>
                    <a:pt x="414223" y="1023180"/>
                  </a:cubicBezTo>
                  <a:cubicBezTo>
                    <a:pt x="414223" y="1023180"/>
                    <a:pt x="414223" y="818545"/>
                    <a:pt x="414223" y="818545"/>
                  </a:cubicBezTo>
                  <a:cubicBezTo>
                    <a:pt x="414223" y="818545"/>
                    <a:pt x="712994" y="818545"/>
                    <a:pt x="712994" y="818545"/>
                  </a:cubicBezTo>
                  <a:cubicBezTo>
                    <a:pt x="712994" y="818545"/>
                    <a:pt x="712994" y="613911"/>
                    <a:pt x="712994" y="613911"/>
                  </a:cubicBezTo>
                  <a:cubicBezTo>
                    <a:pt x="712994" y="613911"/>
                    <a:pt x="883452" y="613911"/>
                    <a:pt x="883452" y="613911"/>
                  </a:cubicBezTo>
                  <a:cubicBezTo>
                    <a:pt x="883452" y="613911"/>
                    <a:pt x="883452" y="409273"/>
                    <a:pt x="883452" y="409273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schemeClr val="accent1">
                  <a:lumMod val="50000"/>
                  <a:alpha val="40000"/>
                </a:schemeClr>
              </a:outerShdw>
            </a:effectLst>
          </p:spPr>
        </p:sp>
        <p:sp>
          <p:nvSpPr>
            <p:cNvPr id="445129079" name=""/>
            <p:cNvSpPr/>
            <p:nvPr/>
          </p:nvSpPr>
          <p:spPr bwMode="auto">
            <a:xfrm>
              <a:off x="188248" y="684072"/>
              <a:ext cx="1347768" cy="659106"/>
            </a:xfrm>
            <a:custGeom>
              <a:avLst/>
              <a:gdLst/>
              <a:ahLst/>
              <a:cxnLst/>
              <a:rect l="0" t="0" r="r" b="b"/>
              <a:pathLst>
                <a:path w="1587407" h="776302" fill="norm" stroke="1" extrusionOk="0">
                  <a:moveTo>
                    <a:pt x="960781" y="0"/>
                  </a:moveTo>
                  <a:cubicBezTo>
                    <a:pt x="960781" y="0"/>
                    <a:pt x="1177614" y="0"/>
                    <a:pt x="1177614" y="0"/>
                  </a:cubicBezTo>
                  <a:cubicBezTo>
                    <a:pt x="1177614" y="0"/>
                    <a:pt x="1177614" y="181348"/>
                    <a:pt x="1177614" y="181348"/>
                  </a:cubicBezTo>
                  <a:cubicBezTo>
                    <a:pt x="1177614" y="181348"/>
                    <a:pt x="1303868" y="181348"/>
                    <a:pt x="1303868" y="181348"/>
                  </a:cubicBezTo>
                  <a:cubicBezTo>
                    <a:pt x="1303868" y="181348"/>
                    <a:pt x="1303868" y="374334"/>
                    <a:pt x="1303868" y="374334"/>
                  </a:cubicBezTo>
                  <a:cubicBezTo>
                    <a:pt x="1303868" y="374334"/>
                    <a:pt x="1521740" y="374334"/>
                    <a:pt x="1521740" y="374334"/>
                  </a:cubicBezTo>
                  <a:cubicBezTo>
                    <a:pt x="1521740" y="374334"/>
                    <a:pt x="1521740" y="546608"/>
                    <a:pt x="1521740" y="546608"/>
                  </a:cubicBezTo>
                  <a:cubicBezTo>
                    <a:pt x="1521740" y="546608"/>
                    <a:pt x="1587406" y="546608"/>
                    <a:pt x="1587406" y="546608"/>
                  </a:cubicBezTo>
                  <a:cubicBezTo>
                    <a:pt x="1587406" y="546608"/>
                    <a:pt x="1587406" y="776302"/>
                    <a:pt x="1587406" y="776302"/>
                  </a:cubicBezTo>
                  <a:cubicBezTo>
                    <a:pt x="1587406" y="776302"/>
                    <a:pt x="0" y="776302"/>
                    <a:pt x="0" y="776302"/>
                  </a:cubicBezTo>
                  <a:cubicBezTo>
                    <a:pt x="0" y="776302"/>
                    <a:pt x="0" y="546608"/>
                    <a:pt x="0" y="546608"/>
                  </a:cubicBezTo>
                  <a:cubicBezTo>
                    <a:pt x="0" y="546608"/>
                    <a:pt x="315834" y="546601"/>
                    <a:pt x="315834" y="546601"/>
                  </a:cubicBezTo>
                  <a:cubicBezTo>
                    <a:pt x="315834" y="546601"/>
                    <a:pt x="315834" y="374334"/>
                    <a:pt x="315834" y="374334"/>
                  </a:cubicBezTo>
                  <a:cubicBezTo>
                    <a:pt x="315834" y="374334"/>
                    <a:pt x="834534" y="374334"/>
                    <a:pt x="834534" y="374334"/>
                  </a:cubicBezTo>
                  <a:cubicBezTo>
                    <a:pt x="834534" y="374334"/>
                    <a:pt x="834534" y="181348"/>
                    <a:pt x="834534" y="181348"/>
                  </a:cubicBezTo>
                  <a:cubicBezTo>
                    <a:pt x="834534" y="181348"/>
                    <a:pt x="960781" y="181344"/>
                    <a:pt x="960781" y="181344"/>
                  </a:cubicBezTo>
                  <a:cubicBezTo>
                    <a:pt x="960781" y="181344"/>
                    <a:pt x="960781" y="0"/>
                    <a:pt x="9607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8100000" sx="100000" sy="100000" algn="tr" rotWithShape="0">
                <a:schemeClr val="accent1">
                  <a:lumMod val="50000"/>
                  <a:alpha val="40000"/>
                </a:schemeClr>
              </a:outerShdw>
            </a:effectLst>
          </p:spPr>
        </p:sp>
      </p:grpSp>
      <p:sp>
        <p:nvSpPr>
          <p:cNvPr id="1677021803" name=""/>
          <p:cNvSpPr/>
          <p:nvPr/>
        </p:nvSpPr>
        <p:spPr bwMode="auto">
          <a:xfrm rot="0" flipH="0" flipV="0">
            <a:off x="11684268" y="702477"/>
            <a:ext cx="238122" cy="238122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4502339" name=""/>
          <p:cNvSpPr/>
          <p:nvPr/>
        </p:nvSpPr>
        <p:spPr bwMode="auto">
          <a:xfrm rot="0" flipH="0" flipV="0">
            <a:off x="11922391" y="904306"/>
            <a:ext cx="238122" cy="238122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993813550" name=""/>
          <p:cNvGrpSpPr/>
          <p:nvPr/>
        </p:nvGrpSpPr>
        <p:grpSpPr bwMode="auto">
          <a:xfrm flipH="0" flipV="0">
            <a:off x="310458" y="2568987"/>
            <a:ext cx="2715094" cy="1241434"/>
            <a:chOff x="0" y="0"/>
            <a:chExt cx="2715094" cy="1241434"/>
          </a:xfrm>
        </p:grpSpPr>
        <p:sp>
          <p:nvSpPr>
            <p:cNvPr id="818353705" name=""/>
            <p:cNvSpPr/>
            <p:nvPr/>
          </p:nvSpPr>
          <p:spPr bwMode="auto">
            <a:xfrm rot="0" flipH="0" flipV="0">
              <a:off x="0" y="0"/>
              <a:ext cx="2715094" cy="1241434"/>
            </a:xfrm>
            <a:custGeom>
              <a:avLst/>
              <a:gdLst/>
              <a:ahLst/>
              <a:cxnLst/>
              <a:rect l="0" t="0" r="r" b="b"/>
              <a:pathLst>
                <a:path w="1108597" h="506889" fill="norm" stroke="1" extrusionOk="0">
                  <a:moveTo>
                    <a:pt x="422487" y="0"/>
                  </a:moveTo>
                  <a:cubicBezTo>
                    <a:pt x="422487" y="0"/>
                    <a:pt x="487657" y="0"/>
                    <a:pt x="487657" y="0"/>
                  </a:cubicBezTo>
                  <a:cubicBezTo>
                    <a:pt x="487657" y="0"/>
                    <a:pt x="487657" y="65170"/>
                    <a:pt x="487657" y="65170"/>
                  </a:cubicBezTo>
                  <a:cubicBezTo>
                    <a:pt x="487657" y="65170"/>
                    <a:pt x="559505" y="65170"/>
                    <a:pt x="559505" y="65170"/>
                  </a:cubicBezTo>
                  <a:cubicBezTo>
                    <a:pt x="559505" y="65170"/>
                    <a:pt x="559505" y="130339"/>
                    <a:pt x="559505" y="130339"/>
                  </a:cubicBezTo>
                  <a:cubicBezTo>
                    <a:pt x="559505" y="130339"/>
                    <a:pt x="345711" y="130339"/>
                    <a:pt x="345711" y="130339"/>
                  </a:cubicBezTo>
                  <a:cubicBezTo>
                    <a:pt x="345711" y="130339"/>
                    <a:pt x="345711" y="65170"/>
                    <a:pt x="345711" y="65170"/>
                  </a:cubicBezTo>
                  <a:cubicBezTo>
                    <a:pt x="345711" y="65170"/>
                    <a:pt x="422487" y="65170"/>
                    <a:pt x="422487" y="65170"/>
                  </a:cubicBezTo>
                  <a:cubicBezTo>
                    <a:pt x="422487" y="65170"/>
                    <a:pt x="422487" y="0"/>
                    <a:pt x="422487" y="0"/>
                  </a:cubicBezTo>
                  <a:close/>
                  <a:moveTo>
                    <a:pt x="281354" y="130342"/>
                  </a:moveTo>
                  <a:cubicBezTo>
                    <a:pt x="281354" y="130342"/>
                    <a:pt x="695055" y="130342"/>
                    <a:pt x="695055" y="130342"/>
                  </a:cubicBezTo>
                  <a:cubicBezTo>
                    <a:pt x="695055" y="130342"/>
                    <a:pt x="695055" y="269737"/>
                    <a:pt x="695055" y="269737"/>
                  </a:cubicBezTo>
                  <a:cubicBezTo>
                    <a:pt x="695055" y="269737"/>
                    <a:pt x="760224" y="269736"/>
                    <a:pt x="760224" y="269736"/>
                  </a:cubicBezTo>
                  <a:cubicBezTo>
                    <a:pt x="760224" y="269736"/>
                    <a:pt x="760224" y="204567"/>
                    <a:pt x="760224" y="204567"/>
                  </a:cubicBezTo>
                  <a:cubicBezTo>
                    <a:pt x="760224" y="204567"/>
                    <a:pt x="903726" y="204567"/>
                    <a:pt x="903726" y="204567"/>
                  </a:cubicBezTo>
                  <a:cubicBezTo>
                    <a:pt x="903726" y="204567"/>
                    <a:pt x="903726" y="269738"/>
                    <a:pt x="903726" y="269738"/>
                  </a:cubicBezTo>
                  <a:cubicBezTo>
                    <a:pt x="903726" y="269738"/>
                    <a:pt x="1043426" y="269738"/>
                    <a:pt x="1043426" y="269738"/>
                  </a:cubicBezTo>
                  <a:cubicBezTo>
                    <a:pt x="1043426" y="269738"/>
                    <a:pt x="1043426" y="358438"/>
                    <a:pt x="1043426" y="358438"/>
                  </a:cubicBezTo>
                  <a:cubicBezTo>
                    <a:pt x="1043426" y="358438"/>
                    <a:pt x="1108596" y="358438"/>
                    <a:pt x="1108596" y="358438"/>
                  </a:cubicBezTo>
                  <a:cubicBezTo>
                    <a:pt x="1108596" y="358438"/>
                    <a:pt x="1108596" y="423607"/>
                    <a:pt x="1108596" y="423607"/>
                  </a:cubicBezTo>
                  <a:cubicBezTo>
                    <a:pt x="1108596" y="423607"/>
                    <a:pt x="903726" y="423607"/>
                    <a:pt x="903726" y="423607"/>
                  </a:cubicBezTo>
                  <a:cubicBezTo>
                    <a:pt x="903726" y="423607"/>
                    <a:pt x="903726" y="451702"/>
                    <a:pt x="903726" y="451702"/>
                  </a:cubicBezTo>
                  <a:cubicBezTo>
                    <a:pt x="903726" y="451702"/>
                    <a:pt x="760224" y="451702"/>
                    <a:pt x="760224" y="451702"/>
                  </a:cubicBezTo>
                  <a:cubicBezTo>
                    <a:pt x="760224" y="451702"/>
                    <a:pt x="760224" y="474304"/>
                    <a:pt x="760224" y="474304"/>
                  </a:cubicBezTo>
                  <a:cubicBezTo>
                    <a:pt x="760224" y="474304"/>
                    <a:pt x="615860" y="474304"/>
                    <a:pt x="615860" y="474304"/>
                  </a:cubicBezTo>
                  <a:cubicBezTo>
                    <a:pt x="615860" y="474304"/>
                    <a:pt x="615860" y="506889"/>
                    <a:pt x="615860" y="506889"/>
                  </a:cubicBezTo>
                  <a:cubicBezTo>
                    <a:pt x="615860" y="506889"/>
                    <a:pt x="227068" y="506889"/>
                    <a:pt x="227068" y="506889"/>
                  </a:cubicBezTo>
                  <a:cubicBezTo>
                    <a:pt x="227068" y="506889"/>
                    <a:pt x="227069" y="456193"/>
                    <a:pt x="227069" y="456193"/>
                  </a:cubicBezTo>
                  <a:cubicBezTo>
                    <a:pt x="227069" y="456193"/>
                    <a:pt x="0" y="456193"/>
                    <a:pt x="0" y="456193"/>
                  </a:cubicBezTo>
                  <a:cubicBezTo>
                    <a:pt x="0" y="456193"/>
                    <a:pt x="0" y="391023"/>
                    <a:pt x="0" y="391023"/>
                  </a:cubicBezTo>
                  <a:cubicBezTo>
                    <a:pt x="0" y="391023"/>
                    <a:pt x="67559" y="391023"/>
                    <a:pt x="67559" y="391023"/>
                  </a:cubicBezTo>
                  <a:cubicBezTo>
                    <a:pt x="67559" y="391023"/>
                    <a:pt x="67559" y="325853"/>
                    <a:pt x="67559" y="325853"/>
                  </a:cubicBezTo>
                  <a:cubicBezTo>
                    <a:pt x="67559" y="325853"/>
                    <a:pt x="131918" y="325853"/>
                    <a:pt x="131918" y="325853"/>
                  </a:cubicBezTo>
                  <a:cubicBezTo>
                    <a:pt x="131918" y="325853"/>
                    <a:pt x="131918" y="260683"/>
                    <a:pt x="131918" y="260683"/>
                  </a:cubicBezTo>
                  <a:cubicBezTo>
                    <a:pt x="131918" y="260683"/>
                    <a:pt x="227068" y="260683"/>
                    <a:pt x="227068" y="260683"/>
                  </a:cubicBezTo>
                  <a:cubicBezTo>
                    <a:pt x="227068" y="260683"/>
                    <a:pt x="227068" y="195513"/>
                    <a:pt x="227068" y="195513"/>
                  </a:cubicBezTo>
                  <a:cubicBezTo>
                    <a:pt x="227068" y="195513"/>
                    <a:pt x="281354" y="195513"/>
                    <a:pt x="281354" y="195513"/>
                  </a:cubicBezTo>
                  <a:cubicBezTo>
                    <a:pt x="281354" y="195513"/>
                    <a:pt x="281354" y="130342"/>
                    <a:pt x="281354" y="1303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2700000" sx="100000" sy="100000" algn="tl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1249389356" name=""/>
            <p:cNvSpPr/>
            <p:nvPr/>
          </p:nvSpPr>
          <p:spPr bwMode="auto">
            <a:xfrm rot="0" flipH="0" flipV="0">
              <a:off x="183548" y="635940"/>
              <a:ext cx="2531541" cy="605493"/>
            </a:xfrm>
            <a:custGeom>
              <a:avLst/>
              <a:gdLst/>
              <a:ahLst/>
              <a:cxnLst/>
              <a:rect l="0" t="0" r="r" b="b"/>
              <a:pathLst>
                <a:path w="1033651" h="247230" fill="norm" stroke="1" extrusionOk="0">
                  <a:moveTo>
                    <a:pt x="597646" y="104565"/>
                  </a:moveTo>
                  <a:cubicBezTo>
                    <a:pt x="597646" y="104565"/>
                    <a:pt x="666702" y="104565"/>
                    <a:pt x="666702" y="104565"/>
                  </a:cubicBezTo>
                  <a:cubicBezTo>
                    <a:pt x="666702" y="104565"/>
                    <a:pt x="666702" y="173621"/>
                    <a:pt x="666702" y="173621"/>
                  </a:cubicBezTo>
                  <a:cubicBezTo>
                    <a:pt x="666702" y="173621"/>
                    <a:pt x="597646" y="173621"/>
                    <a:pt x="597646" y="173621"/>
                  </a:cubicBezTo>
                  <a:cubicBezTo>
                    <a:pt x="597646" y="173621"/>
                    <a:pt x="597646" y="104565"/>
                    <a:pt x="597646" y="104565"/>
                  </a:cubicBezTo>
                  <a:close/>
                  <a:moveTo>
                    <a:pt x="305981" y="0"/>
                  </a:moveTo>
                  <a:cubicBezTo>
                    <a:pt x="305981" y="0"/>
                    <a:pt x="375036" y="0"/>
                    <a:pt x="375036" y="0"/>
                  </a:cubicBezTo>
                  <a:cubicBezTo>
                    <a:pt x="375036" y="0"/>
                    <a:pt x="375036" y="57754"/>
                    <a:pt x="375036" y="57754"/>
                  </a:cubicBezTo>
                  <a:cubicBezTo>
                    <a:pt x="375036" y="57754"/>
                    <a:pt x="415244" y="57754"/>
                    <a:pt x="415244" y="57754"/>
                  </a:cubicBezTo>
                  <a:cubicBezTo>
                    <a:pt x="415244" y="57754"/>
                    <a:pt x="415244" y="119215"/>
                    <a:pt x="415244" y="119215"/>
                  </a:cubicBezTo>
                  <a:cubicBezTo>
                    <a:pt x="415244" y="119215"/>
                    <a:pt x="484630" y="119215"/>
                    <a:pt x="484630" y="119215"/>
                  </a:cubicBezTo>
                  <a:cubicBezTo>
                    <a:pt x="484630" y="119215"/>
                    <a:pt x="484630" y="174079"/>
                    <a:pt x="484630" y="174079"/>
                  </a:cubicBezTo>
                  <a:cubicBezTo>
                    <a:pt x="484630" y="174079"/>
                    <a:pt x="817078" y="174079"/>
                    <a:pt x="817078" y="174079"/>
                  </a:cubicBezTo>
                  <a:cubicBezTo>
                    <a:pt x="817078" y="174079"/>
                    <a:pt x="817078" y="118616"/>
                    <a:pt x="817078" y="118616"/>
                  </a:cubicBezTo>
                  <a:cubicBezTo>
                    <a:pt x="817078" y="118616"/>
                    <a:pt x="1033651" y="118616"/>
                    <a:pt x="1033651" y="118616"/>
                  </a:cubicBezTo>
                  <a:cubicBezTo>
                    <a:pt x="1033651" y="118616"/>
                    <a:pt x="1033651" y="187673"/>
                    <a:pt x="1033651" y="187673"/>
                  </a:cubicBezTo>
                  <a:cubicBezTo>
                    <a:pt x="1033651" y="187673"/>
                    <a:pt x="832102" y="187673"/>
                    <a:pt x="832102" y="187673"/>
                  </a:cubicBezTo>
                  <a:cubicBezTo>
                    <a:pt x="832102" y="187673"/>
                    <a:pt x="832102" y="247230"/>
                    <a:pt x="832102" y="247230"/>
                  </a:cubicBezTo>
                  <a:cubicBezTo>
                    <a:pt x="832102" y="247230"/>
                    <a:pt x="0" y="247230"/>
                    <a:pt x="0" y="247230"/>
                  </a:cubicBezTo>
                  <a:cubicBezTo>
                    <a:pt x="0" y="247230"/>
                    <a:pt x="0" y="174079"/>
                    <a:pt x="0" y="174079"/>
                  </a:cubicBezTo>
                  <a:cubicBezTo>
                    <a:pt x="0" y="174079"/>
                    <a:pt x="100584" y="174077"/>
                    <a:pt x="100584" y="174077"/>
                  </a:cubicBezTo>
                  <a:cubicBezTo>
                    <a:pt x="100584" y="174077"/>
                    <a:pt x="100584" y="119215"/>
                    <a:pt x="100584" y="119215"/>
                  </a:cubicBezTo>
                  <a:cubicBezTo>
                    <a:pt x="100584" y="119215"/>
                    <a:pt x="265775" y="119215"/>
                    <a:pt x="265775" y="119215"/>
                  </a:cubicBezTo>
                  <a:cubicBezTo>
                    <a:pt x="265775" y="119215"/>
                    <a:pt x="265775" y="57754"/>
                    <a:pt x="265775" y="57754"/>
                  </a:cubicBezTo>
                  <a:cubicBezTo>
                    <a:pt x="265775" y="57754"/>
                    <a:pt x="305981" y="57753"/>
                    <a:pt x="305981" y="57753"/>
                  </a:cubicBezTo>
                  <a:cubicBezTo>
                    <a:pt x="305981" y="57753"/>
                    <a:pt x="305981" y="0"/>
                    <a:pt x="3059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101600" dir="2700000" sx="100000" sy="100000" algn="tl" rotWithShape="0">
                <a:prstClr val="black">
                  <a:alpha val="40000"/>
                </a:prstClr>
              </a:outerShdw>
            </a:effectLst>
          </p:spPr>
        </p:sp>
      </p:grpSp>
      <p:grpSp>
        <p:nvGrpSpPr>
          <p:cNvPr id="1497570405" name=""/>
          <p:cNvGrpSpPr/>
          <p:nvPr/>
        </p:nvGrpSpPr>
        <p:grpSpPr bwMode="auto">
          <a:xfrm flipH="0" flipV="0">
            <a:off x="11428509" y="6176036"/>
            <a:ext cx="511515" cy="511515"/>
            <a:chOff x="0" y="0"/>
            <a:chExt cx="511515" cy="511515"/>
          </a:xfrm>
        </p:grpSpPr>
        <p:sp>
          <p:nvSpPr>
            <p:cNvPr id="1986295954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56124643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77023522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51815963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903519234" name=""/>
          <p:cNvSpPr/>
          <p:nvPr/>
        </p:nvSpPr>
        <p:spPr bwMode="auto">
          <a:xfrm flipH="0" flipV="0">
            <a:off x="6061070" y="6032925"/>
            <a:ext cx="2876339" cy="528429"/>
          </a:xfrm>
          <a:custGeom>
            <a:avLst/>
            <a:gdLst/>
            <a:ahLst/>
            <a:cxnLst/>
            <a:rect l="0" t="0" r="r" b="b"/>
            <a:pathLst>
              <a:path w="3529450" h="648420" fill="norm" stroke="1" extrusionOk="0">
                <a:moveTo>
                  <a:pt x="841871" y="33648"/>
                </a:moveTo>
                <a:cubicBezTo>
                  <a:pt x="867586" y="7934"/>
                  <a:pt x="902819" y="-3041"/>
                  <a:pt x="936659" y="720"/>
                </a:cubicBezTo>
                <a:cubicBezTo>
                  <a:pt x="970499" y="-3041"/>
                  <a:pt x="1005732" y="7934"/>
                  <a:pt x="1031446" y="33648"/>
                </a:cubicBezTo>
                <a:cubicBezTo>
                  <a:pt x="1031446" y="33648"/>
                  <a:pt x="1353773" y="355976"/>
                  <a:pt x="1353773" y="355976"/>
                </a:cubicBezTo>
                <a:cubicBezTo>
                  <a:pt x="1353773" y="355976"/>
                  <a:pt x="1676101" y="33648"/>
                  <a:pt x="1676101" y="33648"/>
                </a:cubicBezTo>
                <a:cubicBezTo>
                  <a:pt x="1720966" y="-11215"/>
                  <a:pt x="1794804" y="-11215"/>
                  <a:pt x="1839669" y="33648"/>
                </a:cubicBezTo>
                <a:cubicBezTo>
                  <a:pt x="1841711" y="35690"/>
                  <a:pt x="1843661" y="37793"/>
                  <a:pt x="1845518" y="39950"/>
                </a:cubicBezTo>
                <a:cubicBezTo>
                  <a:pt x="1848212" y="42188"/>
                  <a:pt x="1850825" y="44568"/>
                  <a:pt x="1853347" y="47090"/>
                </a:cubicBezTo>
                <a:cubicBezTo>
                  <a:pt x="1853347" y="47090"/>
                  <a:pt x="2175675" y="369418"/>
                  <a:pt x="2175675" y="369418"/>
                </a:cubicBezTo>
                <a:cubicBezTo>
                  <a:pt x="2175675" y="369418"/>
                  <a:pt x="2498002" y="47090"/>
                  <a:pt x="2498002" y="47090"/>
                </a:cubicBezTo>
                <a:cubicBezTo>
                  <a:pt x="2523717" y="21376"/>
                  <a:pt x="2558950" y="10400"/>
                  <a:pt x="2592790" y="14162"/>
                </a:cubicBezTo>
                <a:cubicBezTo>
                  <a:pt x="2626630" y="10400"/>
                  <a:pt x="2661863" y="21376"/>
                  <a:pt x="2687577" y="47090"/>
                </a:cubicBezTo>
                <a:cubicBezTo>
                  <a:pt x="2687577" y="47090"/>
                  <a:pt x="3009905" y="369418"/>
                  <a:pt x="3009905" y="369418"/>
                </a:cubicBezTo>
                <a:cubicBezTo>
                  <a:pt x="3009905" y="369418"/>
                  <a:pt x="3332232" y="47090"/>
                  <a:pt x="3332232" y="47090"/>
                </a:cubicBezTo>
                <a:cubicBezTo>
                  <a:pt x="3377097" y="2226"/>
                  <a:pt x="3450935" y="2226"/>
                  <a:pt x="3495800" y="47090"/>
                </a:cubicBezTo>
                <a:cubicBezTo>
                  <a:pt x="3540666" y="91956"/>
                  <a:pt x="3540666" y="165793"/>
                  <a:pt x="3495800" y="210659"/>
                </a:cubicBezTo>
                <a:cubicBezTo>
                  <a:pt x="3495799" y="210660"/>
                  <a:pt x="3091690" y="614769"/>
                  <a:pt x="3091689" y="614770"/>
                </a:cubicBezTo>
                <a:cubicBezTo>
                  <a:pt x="3046823" y="659636"/>
                  <a:pt x="2972986" y="659636"/>
                  <a:pt x="2928120" y="614770"/>
                </a:cubicBezTo>
                <a:cubicBezTo>
                  <a:pt x="2928120" y="614770"/>
                  <a:pt x="2592790" y="279440"/>
                  <a:pt x="2592790" y="279440"/>
                </a:cubicBezTo>
                <a:cubicBezTo>
                  <a:pt x="2477433" y="394797"/>
                  <a:pt x="2257460" y="614770"/>
                  <a:pt x="2257459" y="614770"/>
                </a:cubicBezTo>
                <a:cubicBezTo>
                  <a:pt x="2212593" y="659636"/>
                  <a:pt x="2138756" y="659636"/>
                  <a:pt x="2093890" y="614770"/>
                </a:cubicBezTo>
                <a:cubicBezTo>
                  <a:pt x="2093890" y="614770"/>
                  <a:pt x="1758002" y="278883"/>
                  <a:pt x="1758002" y="278883"/>
                </a:cubicBezTo>
                <a:cubicBezTo>
                  <a:pt x="1639937" y="396948"/>
                  <a:pt x="1435558" y="601327"/>
                  <a:pt x="1435558" y="601328"/>
                </a:cubicBezTo>
                <a:cubicBezTo>
                  <a:pt x="1390692" y="646194"/>
                  <a:pt x="1316855" y="646194"/>
                  <a:pt x="1271989" y="601328"/>
                </a:cubicBezTo>
                <a:cubicBezTo>
                  <a:pt x="1271989" y="601328"/>
                  <a:pt x="936659" y="265998"/>
                  <a:pt x="936659" y="265998"/>
                </a:cubicBezTo>
                <a:cubicBezTo>
                  <a:pt x="821302" y="381355"/>
                  <a:pt x="601329" y="601328"/>
                  <a:pt x="601328" y="601328"/>
                </a:cubicBezTo>
                <a:cubicBezTo>
                  <a:pt x="556462" y="646194"/>
                  <a:pt x="482625" y="646194"/>
                  <a:pt x="437759" y="601328"/>
                </a:cubicBezTo>
                <a:cubicBezTo>
                  <a:pt x="437759" y="601328"/>
                  <a:pt x="33647" y="197217"/>
                  <a:pt x="33647" y="197217"/>
                </a:cubicBezTo>
                <a:cubicBezTo>
                  <a:pt x="-11215" y="152351"/>
                  <a:pt x="-11215" y="78514"/>
                  <a:pt x="33647" y="33648"/>
                </a:cubicBezTo>
                <a:cubicBezTo>
                  <a:pt x="78513" y="-11215"/>
                  <a:pt x="152351" y="-11215"/>
                  <a:pt x="197216" y="33648"/>
                </a:cubicBezTo>
                <a:cubicBezTo>
                  <a:pt x="197216" y="33648"/>
                  <a:pt x="519544" y="355976"/>
                  <a:pt x="519544" y="355976"/>
                </a:cubicBezTo>
                <a:cubicBezTo>
                  <a:pt x="519544" y="355976"/>
                  <a:pt x="841871" y="33648"/>
                  <a:pt x="841871" y="33648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grpSp>
        <p:nvGrpSpPr>
          <p:cNvPr id="1133524353" name=""/>
          <p:cNvGrpSpPr/>
          <p:nvPr/>
        </p:nvGrpSpPr>
        <p:grpSpPr bwMode="auto">
          <a:xfrm flipH="0" flipV="0">
            <a:off x="522414" y="5933921"/>
            <a:ext cx="511515" cy="511515"/>
            <a:chOff x="0" y="0"/>
            <a:chExt cx="511515" cy="511515"/>
          </a:xfrm>
        </p:grpSpPr>
        <p:sp>
          <p:nvSpPr>
            <p:cNvPr id="278968623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05422642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10013270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9048976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rgbClr val="FFD96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222647369" name=""/>
          <p:cNvGrpSpPr/>
          <p:nvPr/>
        </p:nvGrpSpPr>
        <p:grpSpPr bwMode="auto">
          <a:xfrm flipH="0" flipV="0">
            <a:off x="245088" y="287803"/>
            <a:ext cx="511515" cy="511515"/>
            <a:chOff x="0" y="0"/>
            <a:chExt cx="511515" cy="511515"/>
          </a:xfrm>
        </p:grpSpPr>
        <p:sp>
          <p:nvSpPr>
            <p:cNvPr id="575706430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0557299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56181771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94651968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4664162" name=""/>
          <p:cNvSpPr/>
          <p:nvPr/>
        </p:nvSpPr>
        <p:spPr bwMode="auto">
          <a:xfrm flipH="0" flipV="0">
            <a:off x="6971794" y="548211"/>
            <a:ext cx="1487790" cy="273330"/>
          </a:xfrm>
          <a:custGeom>
            <a:avLst/>
            <a:gdLst/>
            <a:ahLst/>
            <a:cxnLst/>
            <a:rect l="0" t="0" r="r" b="b"/>
            <a:pathLst>
              <a:path w="3529450" h="648420" fill="norm" stroke="1" extrusionOk="0">
                <a:moveTo>
                  <a:pt x="841871" y="33648"/>
                </a:moveTo>
                <a:cubicBezTo>
                  <a:pt x="867586" y="7934"/>
                  <a:pt x="902819" y="-3041"/>
                  <a:pt x="936659" y="720"/>
                </a:cubicBezTo>
                <a:cubicBezTo>
                  <a:pt x="970499" y="-3041"/>
                  <a:pt x="1005732" y="7934"/>
                  <a:pt x="1031446" y="33648"/>
                </a:cubicBezTo>
                <a:cubicBezTo>
                  <a:pt x="1031446" y="33648"/>
                  <a:pt x="1353773" y="355976"/>
                  <a:pt x="1353773" y="355976"/>
                </a:cubicBezTo>
                <a:cubicBezTo>
                  <a:pt x="1353773" y="355976"/>
                  <a:pt x="1676101" y="33648"/>
                  <a:pt x="1676101" y="33648"/>
                </a:cubicBezTo>
                <a:cubicBezTo>
                  <a:pt x="1720966" y="-11215"/>
                  <a:pt x="1794804" y="-11215"/>
                  <a:pt x="1839669" y="33648"/>
                </a:cubicBezTo>
                <a:cubicBezTo>
                  <a:pt x="1841711" y="35690"/>
                  <a:pt x="1843661" y="37793"/>
                  <a:pt x="1845518" y="39950"/>
                </a:cubicBezTo>
                <a:cubicBezTo>
                  <a:pt x="1848212" y="42188"/>
                  <a:pt x="1850825" y="44568"/>
                  <a:pt x="1853347" y="47090"/>
                </a:cubicBezTo>
                <a:cubicBezTo>
                  <a:pt x="1853347" y="47090"/>
                  <a:pt x="2175675" y="369418"/>
                  <a:pt x="2175675" y="369418"/>
                </a:cubicBezTo>
                <a:cubicBezTo>
                  <a:pt x="2175675" y="369418"/>
                  <a:pt x="2498002" y="47090"/>
                  <a:pt x="2498002" y="47090"/>
                </a:cubicBezTo>
                <a:cubicBezTo>
                  <a:pt x="2523717" y="21376"/>
                  <a:pt x="2558950" y="10400"/>
                  <a:pt x="2592790" y="14162"/>
                </a:cubicBezTo>
                <a:cubicBezTo>
                  <a:pt x="2626630" y="10400"/>
                  <a:pt x="2661863" y="21376"/>
                  <a:pt x="2687577" y="47090"/>
                </a:cubicBezTo>
                <a:cubicBezTo>
                  <a:pt x="2687577" y="47090"/>
                  <a:pt x="3009905" y="369418"/>
                  <a:pt x="3009905" y="369418"/>
                </a:cubicBezTo>
                <a:cubicBezTo>
                  <a:pt x="3009905" y="369418"/>
                  <a:pt x="3332232" y="47090"/>
                  <a:pt x="3332232" y="47090"/>
                </a:cubicBezTo>
                <a:cubicBezTo>
                  <a:pt x="3377097" y="2226"/>
                  <a:pt x="3450935" y="2226"/>
                  <a:pt x="3495800" y="47090"/>
                </a:cubicBezTo>
                <a:cubicBezTo>
                  <a:pt x="3540666" y="91956"/>
                  <a:pt x="3540666" y="165793"/>
                  <a:pt x="3495800" y="210659"/>
                </a:cubicBezTo>
                <a:cubicBezTo>
                  <a:pt x="3495799" y="210660"/>
                  <a:pt x="3091690" y="614769"/>
                  <a:pt x="3091689" y="614770"/>
                </a:cubicBezTo>
                <a:cubicBezTo>
                  <a:pt x="3046823" y="659636"/>
                  <a:pt x="2972986" y="659636"/>
                  <a:pt x="2928120" y="614770"/>
                </a:cubicBezTo>
                <a:cubicBezTo>
                  <a:pt x="2928120" y="614770"/>
                  <a:pt x="2592790" y="279440"/>
                  <a:pt x="2592790" y="279440"/>
                </a:cubicBezTo>
                <a:cubicBezTo>
                  <a:pt x="2477433" y="394797"/>
                  <a:pt x="2257460" y="614770"/>
                  <a:pt x="2257459" y="614770"/>
                </a:cubicBezTo>
                <a:cubicBezTo>
                  <a:pt x="2212593" y="659636"/>
                  <a:pt x="2138756" y="659636"/>
                  <a:pt x="2093890" y="614770"/>
                </a:cubicBezTo>
                <a:cubicBezTo>
                  <a:pt x="2093890" y="614770"/>
                  <a:pt x="1758002" y="278883"/>
                  <a:pt x="1758002" y="278883"/>
                </a:cubicBezTo>
                <a:cubicBezTo>
                  <a:pt x="1639937" y="396948"/>
                  <a:pt x="1435558" y="601327"/>
                  <a:pt x="1435558" y="601328"/>
                </a:cubicBezTo>
                <a:cubicBezTo>
                  <a:pt x="1390692" y="646194"/>
                  <a:pt x="1316855" y="646194"/>
                  <a:pt x="1271989" y="601328"/>
                </a:cubicBezTo>
                <a:cubicBezTo>
                  <a:pt x="1271989" y="601328"/>
                  <a:pt x="936659" y="265998"/>
                  <a:pt x="936659" y="265998"/>
                </a:cubicBezTo>
                <a:cubicBezTo>
                  <a:pt x="821302" y="381355"/>
                  <a:pt x="601329" y="601328"/>
                  <a:pt x="601328" y="601328"/>
                </a:cubicBezTo>
                <a:cubicBezTo>
                  <a:pt x="556462" y="646194"/>
                  <a:pt x="482625" y="646194"/>
                  <a:pt x="437759" y="601328"/>
                </a:cubicBezTo>
                <a:cubicBezTo>
                  <a:pt x="437759" y="601328"/>
                  <a:pt x="33647" y="197217"/>
                  <a:pt x="33647" y="197217"/>
                </a:cubicBezTo>
                <a:cubicBezTo>
                  <a:pt x="-11215" y="152351"/>
                  <a:pt x="-11215" y="78514"/>
                  <a:pt x="33647" y="33648"/>
                </a:cubicBezTo>
                <a:cubicBezTo>
                  <a:pt x="78513" y="-11215"/>
                  <a:pt x="152351" y="-11215"/>
                  <a:pt x="197216" y="33648"/>
                </a:cubicBezTo>
                <a:cubicBezTo>
                  <a:pt x="197216" y="33648"/>
                  <a:pt x="519544" y="355976"/>
                  <a:pt x="519544" y="355976"/>
                </a:cubicBezTo>
                <a:cubicBezTo>
                  <a:pt x="519544" y="355976"/>
                  <a:pt x="841871" y="33648"/>
                  <a:pt x="841871" y="33648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grpSp>
        <p:nvGrpSpPr>
          <p:cNvPr id="1884017556" name=""/>
          <p:cNvGrpSpPr/>
          <p:nvPr/>
        </p:nvGrpSpPr>
        <p:grpSpPr bwMode="auto">
          <a:xfrm>
            <a:off x="9775924" y="3205275"/>
            <a:ext cx="724851" cy="693504"/>
            <a:chOff x="0" y="0"/>
            <a:chExt cx="724851" cy="693504"/>
          </a:xfrm>
        </p:grpSpPr>
        <p:sp>
          <p:nvSpPr>
            <p:cNvPr id="62017090" name=""/>
            <p:cNvSpPr/>
            <p:nvPr/>
          </p:nvSpPr>
          <p:spPr bwMode="auto">
            <a:xfrm rot="1070858" flipH="0" flipV="0">
              <a:off x="183886" y="198414"/>
              <a:ext cx="540956" cy="495090"/>
            </a:xfrm>
            <a:custGeom>
              <a:avLst/>
              <a:gdLst/>
              <a:ahLst/>
              <a:cxnLst/>
              <a:rect l="0" t="0" r="r" b="b"/>
              <a:pathLst>
                <a:path w="855842" h="783279" fill="norm" stroke="1" extrusionOk="0">
                  <a:moveTo>
                    <a:pt x="480059" y="783279"/>
                  </a:moveTo>
                  <a:cubicBezTo>
                    <a:pt x="480059" y="783279"/>
                    <a:pt x="411479" y="783279"/>
                    <a:pt x="411479" y="783279"/>
                  </a:cubicBezTo>
                  <a:cubicBezTo>
                    <a:pt x="411479" y="783279"/>
                    <a:pt x="411479" y="714700"/>
                    <a:pt x="411479" y="714700"/>
                  </a:cubicBezTo>
                  <a:cubicBezTo>
                    <a:pt x="411479" y="714700"/>
                    <a:pt x="342899" y="714700"/>
                    <a:pt x="342899" y="714700"/>
                  </a:cubicBezTo>
                  <a:cubicBezTo>
                    <a:pt x="342899" y="714700"/>
                    <a:pt x="342899" y="680409"/>
                    <a:pt x="342899" y="680409"/>
                  </a:cubicBezTo>
                  <a:cubicBezTo>
                    <a:pt x="342899" y="680409"/>
                    <a:pt x="274316" y="680409"/>
                    <a:pt x="274316" y="680409"/>
                  </a:cubicBezTo>
                  <a:cubicBezTo>
                    <a:pt x="274316" y="680409"/>
                    <a:pt x="274316" y="577540"/>
                    <a:pt x="274316" y="577540"/>
                  </a:cubicBezTo>
                  <a:cubicBezTo>
                    <a:pt x="274316" y="577540"/>
                    <a:pt x="205740" y="577540"/>
                    <a:pt x="205740" y="577540"/>
                  </a:cubicBezTo>
                  <a:cubicBezTo>
                    <a:pt x="205740" y="577540"/>
                    <a:pt x="205738" y="543250"/>
                    <a:pt x="205738" y="543250"/>
                  </a:cubicBezTo>
                  <a:cubicBezTo>
                    <a:pt x="205738" y="543250"/>
                    <a:pt x="133852" y="543250"/>
                    <a:pt x="133852" y="543250"/>
                  </a:cubicBezTo>
                  <a:cubicBezTo>
                    <a:pt x="133852" y="543250"/>
                    <a:pt x="133852" y="440379"/>
                    <a:pt x="133852" y="440379"/>
                  </a:cubicBezTo>
                  <a:cubicBezTo>
                    <a:pt x="133852" y="440379"/>
                    <a:pt x="68580" y="440379"/>
                    <a:pt x="68580" y="440379"/>
                  </a:cubicBezTo>
                  <a:cubicBezTo>
                    <a:pt x="68580" y="440379"/>
                    <a:pt x="68580" y="371797"/>
                    <a:pt x="68580" y="371797"/>
                  </a:cubicBezTo>
                  <a:cubicBezTo>
                    <a:pt x="68580" y="371797"/>
                    <a:pt x="0" y="371797"/>
                    <a:pt x="0" y="371797"/>
                  </a:cubicBezTo>
                  <a:cubicBezTo>
                    <a:pt x="0" y="371797"/>
                    <a:pt x="0" y="57322"/>
                    <a:pt x="0" y="57322"/>
                  </a:cubicBezTo>
                  <a:cubicBezTo>
                    <a:pt x="0" y="57322"/>
                    <a:pt x="68580" y="57322"/>
                    <a:pt x="68580" y="57322"/>
                  </a:cubicBezTo>
                  <a:cubicBezTo>
                    <a:pt x="68580" y="57322"/>
                    <a:pt x="68580" y="0"/>
                    <a:pt x="68580" y="0"/>
                  </a:cubicBezTo>
                  <a:cubicBezTo>
                    <a:pt x="68580" y="0"/>
                    <a:pt x="257051" y="0"/>
                    <a:pt x="257051" y="0"/>
                  </a:cubicBezTo>
                  <a:cubicBezTo>
                    <a:pt x="257051" y="0"/>
                    <a:pt x="257051" y="57322"/>
                    <a:pt x="257051" y="57322"/>
                  </a:cubicBezTo>
                  <a:cubicBezTo>
                    <a:pt x="257051" y="57322"/>
                    <a:pt x="325050" y="57322"/>
                    <a:pt x="325050" y="57322"/>
                  </a:cubicBezTo>
                  <a:cubicBezTo>
                    <a:pt x="325050" y="57322"/>
                    <a:pt x="325050" y="192833"/>
                    <a:pt x="325050" y="192833"/>
                  </a:cubicBezTo>
                  <a:cubicBezTo>
                    <a:pt x="325050" y="192833"/>
                    <a:pt x="393631" y="192833"/>
                    <a:pt x="393631" y="192833"/>
                  </a:cubicBezTo>
                  <a:cubicBezTo>
                    <a:pt x="393631" y="192833"/>
                    <a:pt x="393631" y="256788"/>
                    <a:pt x="393631" y="256788"/>
                  </a:cubicBezTo>
                  <a:cubicBezTo>
                    <a:pt x="393631" y="256788"/>
                    <a:pt x="462211" y="256788"/>
                    <a:pt x="462211" y="256788"/>
                  </a:cubicBezTo>
                  <a:cubicBezTo>
                    <a:pt x="462211" y="256788"/>
                    <a:pt x="462211" y="192833"/>
                    <a:pt x="462211" y="192833"/>
                  </a:cubicBezTo>
                  <a:cubicBezTo>
                    <a:pt x="462211" y="192833"/>
                    <a:pt x="530791" y="192833"/>
                    <a:pt x="530791" y="192833"/>
                  </a:cubicBezTo>
                  <a:cubicBezTo>
                    <a:pt x="530791" y="192833"/>
                    <a:pt x="530791" y="68580"/>
                    <a:pt x="530791" y="68580"/>
                  </a:cubicBezTo>
                  <a:cubicBezTo>
                    <a:pt x="530791" y="68580"/>
                    <a:pt x="599372" y="68580"/>
                    <a:pt x="599372" y="68580"/>
                  </a:cubicBezTo>
                  <a:cubicBezTo>
                    <a:pt x="599372" y="68580"/>
                    <a:pt x="599372" y="0"/>
                    <a:pt x="599372" y="0"/>
                  </a:cubicBezTo>
                  <a:cubicBezTo>
                    <a:pt x="599372" y="0"/>
                    <a:pt x="787843" y="0"/>
                    <a:pt x="787843" y="0"/>
                  </a:cubicBezTo>
                  <a:cubicBezTo>
                    <a:pt x="787843" y="0"/>
                    <a:pt x="787844" y="68579"/>
                    <a:pt x="787844" y="68579"/>
                  </a:cubicBezTo>
                  <a:cubicBezTo>
                    <a:pt x="787844" y="68579"/>
                    <a:pt x="855842" y="68580"/>
                    <a:pt x="855842" y="68580"/>
                  </a:cubicBezTo>
                  <a:cubicBezTo>
                    <a:pt x="855842" y="68580"/>
                    <a:pt x="855842" y="383055"/>
                    <a:pt x="855842" y="383055"/>
                  </a:cubicBezTo>
                  <a:cubicBezTo>
                    <a:pt x="855842" y="383055"/>
                    <a:pt x="793884" y="383055"/>
                    <a:pt x="793884" y="383055"/>
                  </a:cubicBezTo>
                  <a:cubicBezTo>
                    <a:pt x="793884" y="383055"/>
                    <a:pt x="793884" y="440379"/>
                    <a:pt x="793884" y="440379"/>
                  </a:cubicBezTo>
                  <a:cubicBezTo>
                    <a:pt x="793884" y="440379"/>
                    <a:pt x="725304" y="440379"/>
                    <a:pt x="725304" y="440379"/>
                  </a:cubicBezTo>
                  <a:cubicBezTo>
                    <a:pt x="725304" y="440379"/>
                    <a:pt x="725304" y="543250"/>
                    <a:pt x="725304" y="543250"/>
                  </a:cubicBezTo>
                  <a:cubicBezTo>
                    <a:pt x="725304" y="543250"/>
                    <a:pt x="667193" y="543250"/>
                    <a:pt x="667193" y="543250"/>
                  </a:cubicBezTo>
                  <a:cubicBezTo>
                    <a:pt x="667193" y="543250"/>
                    <a:pt x="667193" y="577540"/>
                    <a:pt x="667193" y="577540"/>
                  </a:cubicBezTo>
                  <a:cubicBezTo>
                    <a:pt x="667193" y="577540"/>
                    <a:pt x="609388" y="577540"/>
                    <a:pt x="609388" y="577540"/>
                  </a:cubicBezTo>
                  <a:cubicBezTo>
                    <a:pt x="609388" y="577540"/>
                    <a:pt x="609388" y="646120"/>
                    <a:pt x="609388" y="646120"/>
                  </a:cubicBezTo>
                  <a:cubicBezTo>
                    <a:pt x="609388" y="646120"/>
                    <a:pt x="582929" y="646120"/>
                    <a:pt x="582929" y="646120"/>
                  </a:cubicBezTo>
                  <a:cubicBezTo>
                    <a:pt x="582929" y="646120"/>
                    <a:pt x="582929" y="680409"/>
                    <a:pt x="582929" y="680409"/>
                  </a:cubicBezTo>
                  <a:cubicBezTo>
                    <a:pt x="582929" y="680409"/>
                    <a:pt x="548639" y="680409"/>
                    <a:pt x="548639" y="680409"/>
                  </a:cubicBezTo>
                  <a:cubicBezTo>
                    <a:pt x="548639" y="680409"/>
                    <a:pt x="548639" y="714700"/>
                    <a:pt x="548639" y="714700"/>
                  </a:cubicBezTo>
                  <a:cubicBezTo>
                    <a:pt x="548639" y="714700"/>
                    <a:pt x="480059" y="714700"/>
                    <a:pt x="480059" y="714700"/>
                  </a:cubicBezTo>
                  <a:cubicBezTo>
                    <a:pt x="480059" y="714700"/>
                    <a:pt x="480059" y="783279"/>
                    <a:pt x="480059" y="783279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  <p:grpSp>
          <p:nvGrpSpPr>
            <p:cNvPr id="58319831" name=""/>
            <p:cNvGrpSpPr/>
            <p:nvPr/>
          </p:nvGrpSpPr>
          <p:grpSpPr bwMode="auto">
            <a:xfrm rot="663277" flipH="0" flipV="0">
              <a:off x="0" y="0"/>
              <a:ext cx="628022" cy="581787"/>
              <a:chOff x="0" y="0"/>
              <a:chExt cx="628022" cy="581787"/>
            </a:xfrm>
          </p:grpSpPr>
          <p:sp>
            <p:nvSpPr>
              <p:cNvPr id="312449786" name=""/>
              <p:cNvSpPr/>
              <p:nvPr/>
            </p:nvSpPr>
            <p:spPr bwMode="auto">
              <a:xfrm>
                <a:off x="43344" y="43344"/>
                <a:ext cx="540956" cy="495090"/>
              </a:xfrm>
              <a:custGeom>
                <a:avLst/>
                <a:gdLst/>
                <a:ahLst/>
                <a:cxnLst/>
                <a:rect l="0" t="0" r="r" b="b"/>
                <a:pathLst>
                  <a:path w="855842" h="783279" fill="norm" stroke="1" extrusionOk="0">
                    <a:moveTo>
                      <a:pt x="480059" y="783279"/>
                    </a:moveTo>
                    <a:cubicBezTo>
                      <a:pt x="480059" y="783279"/>
                      <a:pt x="411479" y="783279"/>
                      <a:pt x="411479" y="783279"/>
                    </a:cubicBezTo>
                    <a:cubicBezTo>
                      <a:pt x="411479" y="783279"/>
                      <a:pt x="411479" y="714700"/>
                      <a:pt x="411479" y="714700"/>
                    </a:cubicBezTo>
                    <a:cubicBezTo>
                      <a:pt x="411479" y="714700"/>
                      <a:pt x="342899" y="714700"/>
                      <a:pt x="342899" y="714700"/>
                    </a:cubicBezTo>
                    <a:cubicBezTo>
                      <a:pt x="342899" y="714700"/>
                      <a:pt x="342899" y="680409"/>
                      <a:pt x="342899" y="680409"/>
                    </a:cubicBezTo>
                    <a:cubicBezTo>
                      <a:pt x="342899" y="680409"/>
                      <a:pt x="274316" y="680409"/>
                      <a:pt x="274316" y="680409"/>
                    </a:cubicBezTo>
                    <a:cubicBezTo>
                      <a:pt x="274316" y="680409"/>
                      <a:pt x="274316" y="577540"/>
                      <a:pt x="274316" y="577540"/>
                    </a:cubicBezTo>
                    <a:cubicBezTo>
                      <a:pt x="274316" y="577540"/>
                      <a:pt x="205740" y="577540"/>
                      <a:pt x="205740" y="577540"/>
                    </a:cubicBezTo>
                    <a:cubicBezTo>
                      <a:pt x="205740" y="577540"/>
                      <a:pt x="205738" y="543250"/>
                      <a:pt x="205738" y="543250"/>
                    </a:cubicBezTo>
                    <a:cubicBezTo>
                      <a:pt x="205738" y="543250"/>
                      <a:pt x="133852" y="543250"/>
                      <a:pt x="133852" y="543250"/>
                    </a:cubicBezTo>
                    <a:cubicBezTo>
                      <a:pt x="133852" y="543250"/>
                      <a:pt x="133852" y="440379"/>
                      <a:pt x="133852" y="440379"/>
                    </a:cubicBezTo>
                    <a:cubicBezTo>
                      <a:pt x="133852" y="440379"/>
                      <a:pt x="68580" y="440379"/>
                      <a:pt x="68580" y="440379"/>
                    </a:cubicBezTo>
                    <a:cubicBezTo>
                      <a:pt x="68580" y="440379"/>
                      <a:pt x="68580" y="371797"/>
                      <a:pt x="68580" y="371797"/>
                    </a:cubicBezTo>
                    <a:cubicBezTo>
                      <a:pt x="68580" y="371797"/>
                      <a:pt x="0" y="371797"/>
                      <a:pt x="0" y="371797"/>
                    </a:cubicBezTo>
                    <a:cubicBezTo>
                      <a:pt x="0" y="371797"/>
                      <a:pt x="0" y="57322"/>
                      <a:pt x="0" y="57322"/>
                    </a:cubicBezTo>
                    <a:cubicBezTo>
                      <a:pt x="0" y="57322"/>
                      <a:pt x="68580" y="57322"/>
                      <a:pt x="68580" y="57322"/>
                    </a:cubicBezTo>
                    <a:cubicBezTo>
                      <a:pt x="68580" y="57322"/>
                      <a:pt x="68580" y="0"/>
                      <a:pt x="68580" y="0"/>
                    </a:cubicBezTo>
                    <a:cubicBezTo>
                      <a:pt x="68580" y="0"/>
                      <a:pt x="257051" y="0"/>
                      <a:pt x="257051" y="0"/>
                    </a:cubicBezTo>
                    <a:cubicBezTo>
                      <a:pt x="257051" y="0"/>
                      <a:pt x="257051" y="57322"/>
                      <a:pt x="257051" y="57322"/>
                    </a:cubicBezTo>
                    <a:cubicBezTo>
                      <a:pt x="257051" y="57322"/>
                      <a:pt x="325050" y="57322"/>
                      <a:pt x="325050" y="57322"/>
                    </a:cubicBezTo>
                    <a:cubicBezTo>
                      <a:pt x="325050" y="57322"/>
                      <a:pt x="325050" y="192833"/>
                      <a:pt x="325050" y="192833"/>
                    </a:cubicBezTo>
                    <a:cubicBezTo>
                      <a:pt x="325050" y="192833"/>
                      <a:pt x="393631" y="192833"/>
                      <a:pt x="393631" y="192833"/>
                    </a:cubicBezTo>
                    <a:cubicBezTo>
                      <a:pt x="393631" y="192833"/>
                      <a:pt x="393631" y="256788"/>
                      <a:pt x="393631" y="256788"/>
                    </a:cubicBezTo>
                    <a:cubicBezTo>
                      <a:pt x="393631" y="256788"/>
                      <a:pt x="462211" y="256788"/>
                      <a:pt x="462211" y="256788"/>
                    </a:cubicBezTo>
                    <a:cubicBezTo>
                      <a:pt x="462211" y="256788"/>
                      <a:pt x="462211" y="192833"/>
                      <a:pt x="462211" y="192833"/>
                    </a:cubicBezTo>
                    <a:cubicBezTo>
                      <a:pt x="462211" y="192833"/>
                      <a:pt x="530791" y="192833"/>
                      <a:pt x="530791" y="192833"/>
                    </a:cubicBezTo>
                    <a:cubicBezTo>
                      <a:pt x="530791" y="192833"/>
                      <a:pt x="530791" y="68580"/>
                      <a:pt x="530791" y="68580"/>
                    </a:cubicBezTo>
                    <a:cubicBezTo>
                      <a:pt x="530791" y="68580"/>
                      <a:pt x="599372" y="68580"/>
                      <a:pt x="599372" y="68580"/>
                    </a:cubicBezTo>
                    <a:cubicBezTo>
                      <a:pt x="599372" y="68580"/>
                      <a:pt x="599372" y="0"/>
                      <a:pt x="599372" y="0"/>
                    </a:cubicBezTo>
                    <a:cubicBezTo>
                      <a:pt x="599372" y="0"/>
                      <a:pt x="787843" y="0"/>
                      <a:pt x="787843" y="0"/>
                    </a:cubicBezTo>
                    <a:cubicBezTo>
                      <a:pt x="787843" y="0"/>
                      <a:pt x="787844" y="68579"/>
                      <a:pt x="787844" y="68579"/>
                    </a:cubicBezTo>
                    <a:cubicBezTo>
                      <a:pt x="787844" y="68579"/>
                      <a:pt x="855842" y="68580"/>
                      <a:pt x="855842" y="68580"/>
                    </a:cubicBezTo>
                    <a:cubicBezTo>
                      <a:pt x="855842" y="68580"/>
                      <a:pt x="855842" y="383055"/>
                      <a:pt x="855842" y="383055"/>
                    </a:cubicBezTo>
                    <a:cubicBezTo>
                      <a:pt x="855842" y="383055"/>
                      <a:pt x="793884" y="383055"/>
                      <a:pt x="793884" y="383055"/>
                    </a:cubicBezTo>
                    <a:cubicBezTo>
                      <a:pt x="793884" y="383055"/>
                      <a:pt x="793884" y="440379"/>
                      <a:pt x="793884" y="440379"/>
                    </a:cubicBezTo>
                    <a:cubicBezTo>
                      <a:pt x="793884" y="440379"/>
                      <a:pt x="725304" y="440379"/>
                      <a:pt x="725304" y="440379"/>
                    </a:cubicBezTo>
                    <a:cubicBezTo>
                      <a:pt x="725304" y="440379"/>
                      <a:pt x="725304" y="543250"/>
                      <a:pt x="725304" y="543250"/>
                    </a:cubicBezTo>
                    <a:cubicBezTo>
                      <a:pt x="725304" y="543250"/>
                      <a:pt x="667193" y="543250"/>
                      <a:pt x="667193" y="543250"/>
                    </a:cubicBezTo>
                    <a:cubicBezTo>
                      <a:pt x="667193" y="543250"/>
                      <a:pt x="667193" y="577540"/>
                      <a:pt x="667193" y="577540"/>
                    </a:cubicBezTo>
                    <a:cubicBezTo>
                      <a:pt x="667193" y="577540"/>
                      <a:pt x="609388" y="577540"/>
                      <a:pt x="609388" y="577540"/>
                    </a:cubicBezTo>
                    <a:cubicBezTo>
                      <a:pt x="609388" y="577540"/>
                      <a:pt x="609388" y="646120"/>
                      <a:pt x="609388" y="646120"/>
                    </a:cubicBezTo>
                    <a:cubicBezTo>
                      <a:pt x="609388" y="646120"/>
                      <a:pt x="582929" y="646120"/>
                      <a:pt x="582929" y="646120"/>
                    </a:cubicBezTo>
                    <a:cubicBezTo>
                      <a:pt x="582929" y="646120"/>
                      <a:pt x="582929" y="680409"/>
                      <a:pt x="582929" y="680409"/>
                    </a:cubicBezTo>
                    <a:cubicBezTo>
                      <a:pt x="582929" y="680409"/>
                      <a:pt x="548639" y="680409"/>
                      <a:pt x="548639" y="680409"/>
                    </a:cubicBezTo>
                    <a:cubicBezTo>
                      <a:pt x="548639" y="680409"/>
                      <a:pt x="548639" y="714700"/>
                      <a:pt x="548639" y="714700"/>
                    </a:cubicBezTo>
                    <a:cubicBezTo>
                      <a:pt x="548639" y="714700"/>
                      <a:pt x="480059" y="714700"/>
                      <a:pt x="480059" y="714700"/>
                    </a:cubicBezTo>
                    <a:cubicBezTo>
                      <a:pt x="480059" y="714700"/>
                      <a:pt x="480059" y="783279"/>
                      <a:pt x="480059" y="783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1048430720" name=""/>
              <p:cNvSpPr/>
              <p:nvPr/>
            </p:nvSpPr>
            <p:spPr bwMode="auto">
              <a:xfrm>
                <a:off x="120396" y="140634"/>
                <a:ext cx="85421" cy="86691"/>
              </a:xfrm>
              <a:custGeom>
                <a:avLst/>
                <a:gdLst/>
                <a:ahLst/>
                <a:cxnLst/>
                <a:rect l="0" t="0" r="r" b="b"/>
                <a:pathLst>
                  <a:path w="135150" h="137160" fill="norm" stroke="1" extrusionOk="0">
                    <a:moveTo>
                      <a:pt x="68580" y="137160"/>
                    </a:moveTo>
                    <a:cubicBezTo>
                      <a:pt x="68580" y="137160"/>
                      <a:pt x="0" y="137160"/>
                      <a:pt x="0" y="137160"/>
                    </a:cubicBezTo>
                    <a:cubicBezTo>
                      <a:pt x="0" y="137160"/>
                      <a:pt x="0" y="0"/>
                      <a:pt x="0" y="0"/>
                    </a:cubicBezTo>
                    <a:cubicBezTo>
                      <a:pt x="0" y="0"/>
                      <a:pt x="135150" y="0"/>
                      <a:pt x="135150" y="0"/>
                    </a:cubicBezTo>
                    <a:cubicBezTo>
                      <a:pt x="135150" y="0"/>
                      <a:pt x="135150" y="68580"/>
                      <a:pt x="135150" y="68580"/>
                    </a:cubicBezTo>
                    <a:cubicBezTo>
                      <a:pt x="135150" y="68580"/>
                      <a:pt x="68580" y="68580"/>
                      <a:pt x="68580" y="68580"/>
                    </a:cubicBezTo>
                    <a:cubicBezTo>
                      <a:pt x="68580" y="68580"/>
                      <a:pt x="68580" y="137160"/>
                      <a:pt x="68580" y="13716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2137421687" name=""/>
              <p:cNvSpPr/>
              <p:nvPr/>
            </p:nvSpPr>
            <p:spPr bwMode="auto">
              <a:xfrm>
                <a:off x="260083" y="89532"/>
                <a:ext cx="324585" cy="448902"/>
              </a:xfrm>
              <a:custGeom>
                <a:avLst/>
                <a:gdLst/>
                <a:ahLst/>
                <a:cxnLst/>
                <a:rect l="0" t="0" r="r" b="b"/>
                <a:pathLst>
                  <a:path w="513528" h="710206" fill="norm" stroke="1" extrusionOk="0">
                    <a:moveTo>
                      <a:pt x="0" y="573047"/>
                    </a:moveTo>
                    <a:cubicBezTo>
                      <a:pt x="0" y="573047"/>
                      <a:pt x="68580" y="573047"/>
                      <a:pt x="68580" y="573047"/>
                    </a:cubicBezTo>
                    <a:cubicBezTo>
                      <a:pt x="68580" y="573047"/>
                      <a:pt x="68580" y="548005"/>
                      <a:pt x="68580" y="548005"/>
                    </a:cubicBezTo>
                    <a:cubicBezTo>
                      <a:pt x="68580" y="548005"/>
                      <a:pt x="137160" y="548005"/>
                      <a:pt x="137160" y="548005"/>
                    </a:cubicBezTo>
                    <a:cubicBezTo>
                      <a:pt x="137160" y="548005"/>
                      <a:pt x="137160" y="479427"/>
                      <a:pt x="137160" y="479427"/>
                    </a:cubicBezTo>
                    <a:cubicBezTo>
                      <a:pt x="137160" y="479427"/>
                      <a:pt x="197909" y="479427"/>
                      <a:pt x="197909" y="479427"/>
                    </a:cubicBezTo>
                    <a:cubicBezTo>
                      <a:pt x="197909" y="479427"/>
                      <a:pt x="197909" y="410847"/>
                      <a:pt x="197909" y="410847"/>
                    </a:cubicBezTo>
                    <a:cubicBezTo>
                      <a:pt x="197909" y="410847"/>
                      <a:pt x="256473" y="410847"/>
                      <a:pt x="256473" y="410847"/>
                    </a:cubicBezTo>
                    <a:cubicBezTo>
                      <a:pt x="256473" y="410847"/>
                      <a:pt x="256473" y="354787"/>
                      <a:pt x="256473" y="354787"/>
                    </a:cubicBezTo>
                    <a:cubicBezTo>
                      <a:pt x="256473" y="354787"/>
                      <a:pt x="325053" y="354787"/>
                      <a:pt x="325053" y="354787"/>
                    </a:cubicBezTo>
                    <a:cubicBezTo>
                      <a:pt x="325053" y="354787"/>
                      <a:pt x="325053" y="273687"/>
                      <a:pt x="325053" y="273687"/>
                    </a:cubicBezTo>
                    <a:cubicBezTo>
                      <a:pt x="325053" y="273687"/>
                      <a:pt x="380342" y="273687"/>
                      <a:pt x="380342" y="273687"/>
                    </a:cubicBezTo>
                    <a:cubicBezTo>
                      <a:pt x="380342" y="273687"/>
                      <a:pt x="380342" y="205107"/>
                      <a:pt x="380342" y="205107"/>
                    </a:cubicBezTo>
                    <a:cubicBezTo>
                      <a:pt x="380342" y="205107"/>
                      <a:pt x="444948" y="205106"/>
                      <a:pt x="444948" y="205106"/>
                    </a:cubicBezTo>
                    <a:cubicBezTo>
                      <a:pt x="444948" y="205106"/>
                      <a:pt x="444948" y="0"/>
                      <a:pt x="444948" y="0"/>
                    </a:cubicBezTo>
                    <a:cubicBezTo>
                      <a:pt x="444948" y="0"/>
                      <a:pt x="513528" y="0"/>
                      <a:pt x="513528" y="0"/>
                    </a:cubicBezTo>
                    <a:cubicBezTo>
                      <a:pt x="513528" y="0"/>
                      <a:pt x="513528" y="318566"/>
                      <a:pt x="513528" y="318566"/>
                    </a:cubicBezTo>
                    <a:cubicBezTo>
                      <a:pt x="513528" y="318566"/>
                      <a:pt x="448921" y="318566"/>
                      <a:pt x="448921" y="318566"/>
                    </a:cubicBezTo>
                    <a:cubicBezTo>
                      <a:pt x="448921" y="318566"/>
                      <a:pt x="448922" y="367307"/>
                      <a:pt x="448922" y="367307"/>
                    </a:cubicBezTo>
                    <a:cubicBezTo>
                      <a:pt x="448922" y="367307"/>
                      <a:pt x="393633" y="367306"/>
                      <a:pt x="393633" y="367306"/>
                    </a:cubicBezTo>
                    <a:cubicBezTo>
                      <a:pt x="393633" y="367306"/>
                      <a:pt x="393633" y="435887"/>
                      <a:pt x="393633" y="435887"/>
                    </a:cubicBezTo>
                    <a:cubicBezTo>
                      <a:pt x="393633" y="435887"/>
                      <a:pt x="325053" y="435887"/>
                      <a:pt x="325053" y="435887"/>
                    </a:cubicBezTo>
                    <a:cubicBezTo>
                      <a:pt x="325053" y="435887"/>
                      <a:pt x="325053" y="516986"/>
                      <a:pt x="325053" y="516986"/>
                    </a:cubicBezTo>
                    <a:cubicBezTo>
                      <a:pt x="325053" y="516986"/>
                      <a:pt x="266489" y="516986"/>
                      <a:pt x="266489" y="516986"/>
                    </a:cubicBezTo>
                    <a:cubicBezTo>
                      <a:pt x="266489" y="516986"/>
                      <a:pt x="266489" y="573046"/>
                      <a:pt x="266489" y="573046"/>
                    </a:cubicBezTo>
                    <a:cubicBezTo>
                      <a:pt x="266489" y="573046"/>
                      <a:pt x="205740" y="573046"/>
                      <a:pt x="205740" y="573046"/>
                    </a:cubicBezTo>
                    <a:cubicBezTo>
                      <a:pt x="205740" y="573046"/>
                      <a:pt x="205740" y="641627"/>
                      <a:pt x="205740" y="641627"/>
                    </a:cubicBezTo>
                    <a:cubicBezTo>
                      <a:pt x="205740" y="641627"/>
                      <a:pt x="137160" y="641627"/>
                      <a:pt x="137160" y="641627"/>
                    </a:cubicBezTo>
                    <a:cubicBezTo>
                      <a:pt x="137160" y="641627"/>
                      <a:pt x="137160" y="710206"/>
                      <a:pt x="137160" y="710206"/>
                    </a:cubicBezTo>
                    <a:cubicBezTo>
                      <a:pt x="137160" y="710206"/>
                      <a:pt x="68580" y="710206"/>
                      <a:pt x="68580" y="710206"/>
                    </a:cubicBezTo>
                    <a:cubicBezTo>
                      <a:pt x="68580" y="710206"/>
                      <a:pt x="68580" y="641627"/>
                      <a:pt x="68580" y="641627"/>
                    </a:cubicBezTo>
                    <a:cubicBezTo>
                      <a:pt x="68580" y="641627"/>
                      <a:pt x="0" y="641627"/>
                      <a:pt x="0" y="641627"/>
                    </a:cubicBezTo>
                    <a:cubicBezTo>
                      <a:pt x="0" y="641627"/>
                      <a:pt x="0" y="573047"/>
                      <a:pt x="0" y="573047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  <a:alpha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grpSp>
            <p:nvGrpSpPr>
              <p:cNvPr id="4171683" name=""/>
              <p:cNvGrpSpPr/>
              <p:nvPr/>
            </p:nvGrpSpPr>
            <p:grpSpPr bwMode="auto">
              <a:xfrm flipH="0" flipV="0">
                <a:off x="0" y="0"/>
                <a:ext cx="628022" cy="581787"/>
                <a:chOff x="0" y="0"/>
                <a:chExt cx="628022" cy="581787"/>
              </a:xfrm>
            </p:grpSpPr>
            <p:sp>
              <p:nvSpPr>
                <p:cNvPr id="460168212" name=""/>
                <p:cNvSpPr/>
                <p:nvPr/>
              </p:nvSpPr>
              <p:spPr bwMode="auto">
                <a:xfrm rot="0" flipH="0" flipV="0">
                  <a:off x="86691" y="0"/>
                  <a:ext cx="119126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02928011" name=""/>
                <p:cNvSpPr/>
                <p:nvPr/>
              </p:nvSpPr>
              <p:spPr bwMode="auto">
                <a:xfrm rot="0" flipH="0" flipV="0">
                  <a:off x="43344" y="4618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58709012" name=""/>
                <p:cNvSpPr/>
                <p:nvPr/>
              </p:nvSpPr>
              <p:spPr bwMode="auto">
                <a:xfrm rot="0" flipH="0" flipV="0">
                  <a:off x="205822" y="4618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63069481" name=""/>
                <p:cNvSpPr/>
                <p:nvPr/>
              </p:nvSpPr>
              <p:spPr bwMode="auto">
                <a:xfrm rot="0" flipH="0" flipV="0">
                  <a:off x="0" y="89613"/>
                  <a:ext cx="43344" cy="18873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23693127" name=""/>
                <p:cNvSpPr/>
                <p:nvPr/>
              </p:nvSpPr>
              <p:spPr bwMode="auto">
                <a:xfrm rot="0" flipH="0" flipV="0">
                  <a:off x="248805" y="89613"/>
                  <a:ext cx="43344" cy="7561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60062596" name=""/>
                <p:cNvSpPr/>
                <p:nvPr/>
              </p:nvSpPr>
              <p:spPr bwMode="auto">
                <a:xfrm rot="0" flipH="0" flipV="0">
                  <a:off x="292151" y="16230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37559768" name=""/>
                <p:cNvSpPr/>
                <p:nvPr/>
              </p:nvSpPr>
              <p:spPr bwMode="auto">
                <a:xfrm rot="0" flipH="0" flipV="0">
                  <a:off x="335502" y="89613"/>
                  <a:ext cx="43344" cy="7561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26039803" name=""/>
                <p:cNvSpPr/>
                <p:nvPr/>
              </p:nvSpPr>
              <p:spPr bwMode="auto">
                <a:xfrm rot="0" flipH="0" flipV="0">
                  <a:off x="378847" y="4618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75186887" name=""/>
                <p:cNvSpPr/>
                <p:nvPr/>
              </p:nvSpPr>
              <p:spPr bwMode="auto">
                <a:xfrm rot="0" flipH="0" flipV="0">
                  <a:off x="422199" y="2835"/>
                  <a:ext cx="119126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47272589" name=""/>
                <p:cNvSpPr/>
                <p:nvPr/>
              </p:nvSpPr>
              <p:spPr bwMode="auto">
                <a:xfrm rot="0" flipH="0" flipV="0">
                  <a:off x="541325" y="4618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62207418" name=""/>
                <p:cNvSpPr/>
                <p:nvPr/>
              </p:nvSpPr>
              <p:spPr bwMode="auto">
                <a:xfrm rot="0" flipH="0" flipV="0">
                  <a:off x="584676" y="89613"/>
                  <a:ext cx="43344" cy="18873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17635923" name=""/>
                <p:cNvSpPr/>
                <p:nvPr/>
              </p:nvSpPr>
              <p:spPr bwMode="auto">
                <a:xfrm rot="0" flipH="0" flipV="0">
                  <a:off x="43344" y="27835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07987753" name=""/>
                <p:cNvSpPr/>
                <p:nvPr/>
              </p:nvSpPr>
              <p:spPr bwMode="auto">
                <a:xfrm rot="0" flipH="0" flipV="0">
                  <a:off x="545141" y="27835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26799108" name=""/>
                <p:cNvSpPr/>
                <p:nvPr/>
              </p:nvSpPr>
              <p:spPr bwMode="auto">
                <a:xfrm rot="0" flipH="0" flipV="0">
                  <a:off x="501795" y="32169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53699246" name=""/>
                <p:cNvSpPr/>
                <p:nvPr/>
              </p:nvSpPr>
              <p:spPr bwMode="auto">
                <a:xfrm rot="0" flipH="0" flipV="0">
                  <a:off x="465066" y="365049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09437421" name=""/>
                <p:cNvSpPr/>
                <p:nvPr/>
              </p:nvSpPr>
              <p:spPr bwMode="auto">
                <a:xfrm rot="0" flipH="0" flipV="0">
                  <a:off x="422199" y="40839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12831530" name=""/>
                <p:cNvSpPr/>
                <p:nvPr/>
              </p:nvSpPr>
              <p:spPr bwMode="auto">
                <a:xfrm rot="0" flipH="0" flipV="0">
                  <a:off x="86691" y="32169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7073415" name=""/>
                <p:cNvSpPr/>
                <p:nvPr/>
              </p:nvSpPr>
              <p:spPr bwMode="auto">
                <a:xfrm rot="0" flipH="0" flipV="0">
                  <a:off x="130041" y="365049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82477187" name=""/>
                <p:cNvSpPr/>
                <p:nvPr/>
              </p:nvSpPr>
              <p:spPr bwMode="auto">
                <a:xfrm rot="0" flipH="0" flipV="0">
                  <a:off x="173387" y="40839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85183228" name=""/>
                <p:cNvSpPr/>
                <p:nvPr/>
              </p:nvSpPr>
              <p:spPr bwMode="auto">
                <a:xfrm rot="0" flipH="0" flipV="0">
                  <a:off x="216738" y="45174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69918653" name=""/>
                <p:cNvSpPr/>
                <p:nvPr/>
              </p:nvSpPr>
              <p:spPr bwMode="auto">
                <a:xfrm rot="0" flipH="0" flipV="0">
                  <a:off x="260083" y="495090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3005483" name=""/>
                <p:cNvSpPr/>
                <p:nvPr/>
              </p:nvSpPr>
              <p:spPr bwMode="auto">
                <a:xfrm rot="0" flipH="0" flipV="0">
                  <a:off x="303435" y="538438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92126227" name=""/>
                <p:cNvSpPr/>
                <p:nvPr/>
              </p:nvSpPr>
              <p:spPr bwMode="auto">
                <a:xfrm rot="0" flipH="0" flipV="0">
                  <a:off x="346779" y="495090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53306531" name=""/>
                <p:cNvSpPr/>
                <p:nvPr/>
              </p:nvSpPr>
              <p:spPr bwMode="auto">
                <a:xfrm rot="0" flipH="0" flipV="0">
                  <a:off x="390127" y="45174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</p:grpSp>
      <p:grpSp>
        <p:nvGrpSpPr>
          <p:cNvPr id="171600922" name=""/>
          <p:cNvGrpSpPr/>
          <p:nvPr/>
        </p:nvGrpSpPr>
        <p:grpSpPr bwMode="auto">
          <a:xfrm flipH="1" flipV="0">
            <a:off x="1179157" y="1634726"/>
            <a:ext cx="499410" cy="477819"/>
            <a:chOff x="0" y="0"/>
            <a:chExt cx="499410" cy="477819"/>
          </a:xfrm>
        </p:grpSpPr>
        <p:sp>
          <p:nvSpPr>
            <p:cNvPr id="1823006192" name=""/>
            <p:cNvSpPr/>
            <p:nvPr/>
          </p:nvSpPr>
          <p:spPr bwMode="auto">
            <a:xfrm rot="1070858" flipH="0" flipV="0">
              <a:off x="126694" y="136701"/>
              <a:ext cx="372711" cy="341110"/>
            </a:xfrm>
            <a:custGeom>
              <a:avLst/>
              <a:gdLst/>
              <a:ahLst/>
              <a:cxnLst/>
              <a:rect l="0" t="0" r="r" b="b"/>
              <a:pathLst>
                <a:path w="855842" h="783279" fill="norm" stroke="1" extrusionOk="0">
                  <a:moveTo>
                    <a:pt x="480059" y="783279"/>
                  </a:moveTo>
                  <a:cubicBezTo>
                    <a:pt x="480059" y="783279"/>
                    <a:pt x="411479" y="783279"/>
                    <a:pt x="411479" y="783279"/>
                  </a:cubicBezTo>
                  <a:cubicBezTo>
                    <a:pt x="411479" y="783279"/>
                    <a:pt x="411479" y="714700"/>
                    <a:pt x="411479" y="714700"/>
                  </a:cubicBezTo>
                  <a:cubicBezTo>
                    <a:pt x="411479" y="714700"/>
                    <a:pt x="342899" y="714700"/>
                    <a:pt x="342899" y="714700"/>
                  </a:cubicBezTo>
                  <a:cubicBezTo>
                    <a:pt x="342899" y="714700"/>
                    <a:pt x="342899" y="680409"/>
                    <a:pt x="342899" y="680409"/>
                  </a:cubicBezTo>
                  <a:cubicBezTo>
                    <a:pt x="342899" y="680409"/>
                    <a:pt x="274316" y="680409"/>
                    <a:pt x="274316" y="680409"/>
                  </a:cubicBezTo>
                  <a:cubicBezTo>
                    <a:pt x="274316" y="680409"/>
                    <a:pt x="274316" y="577540"/>
                    <a:pt x="274316" y="577540"/>
                  </a:cubicBezTo>
                  <a:cubicBezTo>
                    <a:pt x="274316" y="577540"/>
                    <a:pt x="205740" y="577540"/>
                    <a:pt x="205740" y="577540"/>
                  </a:cubicBezTo>
                  <a:cubicBezTo>
                    <a:pt x="205740" y="577540"/>
                    <a:pt x="205738" y="543250"/>
                    <a:pt x="205738" y="543250"/>
                  </a:cubicBezTo>
                  <a:cubicBezTo>
                    <a:pt x="205738" y="543250"/>
                    <a:pt x="133852" y="543250"/>
                    <a:pt x="133852" y="543250"/>
                  </a:cubicBezTo>
                  <a:cubicBezTo>
                    <a:pt x="133852" y="543250"/>
                    <a:pt x="133852" y="440379"/>
                    <a:pt x="133852" y="440379"/>
                  </a:cubicBezTo>
                  <a:cubicBezTo>
                    <a:pt x="133852" y="440379"/>
                    <a:pt x="68580" y="440379"/>
                    <a:pt x="68580" y="440379"/>
                  </a:cubicBezTo>
                  <a:cubicBezTo>
                    <a:pt x="68580" y="440379"/>
                    <a:pt x="68580" y="371797"/>
                    <a:pt x="68580" y="371797"/>
                  </a:cubicBezTo>
                  <a:cubicBezTo>
                    <a:pt x="68580" y="371797"/>
                    <a:pt x="0" y="371797"/>
                    <a:pt x="0" y="371797"/>
                  </a:cubicBezTo>
                  <a:cubicBezTo>
                    <a:pt x="0" y="371797"/>
                    <a:pt x="0" y="57322"/>
                    <a:pt x="0" y="57322"/>
                  </a:cubicBezTo>
                  <a:cubicBezTo>
                    <a:pt x="0" y="57322"/>
                    <a:pt x="68580" y="57322"/>
                    <a:pt x="68580" y="57322"/>
                  </a:cubicBezTo>
                  <a:cubicBezTo>
                    <a:pt x="68580" y="57322"/>
                    <a:pt x="68580" y="0"/>
                    <a:pt x="68580" y="0"/>
                  </a:cubicBezTo>
                  <a:cubicBezTo>
                    <a:pt x="68580" y="0"/>
                    <a:pt x="257051" y="0"/>
                    <a:pt x="257051" y="0"/>
                  </a:cubicBezTo>
                  <a:cubicBezTo>
                    <a:pt x="257051" y="0"/>
                    <a:pt x="257051" y="57322"/>
                    <a:pt x="257051" y="57322"/>
                  </a:cubicBezTo>
                  <a:cubicBezTo>
                    <a:pt x="257051" y="57322"/>
                    <a:pt x="325050" y="57322"/>
                    <a:pt x="325050" y="57322"/>
                  </a:cubicBezTo>
                  <a:cubicBezTo>
                    <a:pt x="325050" y="57322"/>
                    <a:pt x="325050" y="192833"/>
                    <a:pt x="325050" y="192833"/>
                  </a:cubicBezTo>
                  <a:cubicBezTo>
                    <a:pt x="325050" y="192833"/>
                    <a:pt x="393631" y="192833"/>
                    <a:pt x="393631" y="192833"/>
                  </a:cubicBezTo>
                  <a:cubicBezTo>
                    <a:pt x="393631" y="192833"/>
                    <a:pt x="393631" y="256788"/>
                    <a:pt x="393631" y="256788"/>
                  </a:cubicBezTo>
                  <a:cubicBezTo>
                    <a:pt x="393631" y="256788"/>
                    <a:pt x="462211" y="256788"/>
                    <a:pt x="462211" y="256788"/>
                  </a:cubicBezTo>
                  <a:cubicBezTo>
                    <a:pt x="462211" y="256788"/>
                    <a:pt x="462211" y="192833"/>
                    <a:pt x="462211" y="192833"/>
                  </a:cubicBezTo>
                  <a:cubicBezTo>
                    <a:pt x="462211" y="192833"/>
                    <a:pt x="530791" y="192833"/>
                    <a:pt x="530791" y="192833"/>
                  </a:cubicBezTo>
                  <a:cubicBezTo>
                    <a:pt x="530791" y="192833"/>
                    <a:pt x="530791" y="68580"/>
                    <a:pt x="530791" y="68580"/>
                  </a:cubicBezTo>
                  <a:cubicBezTo>
                    <a:pt x="530791" y="68580"/>
                    <a:pt x="599372" y="68580"/>
                    <a:pt x="599372" y="68580"/>
                  </a:cubicBezTo>
                  <a:cubicBezTo>
                    <a:pt x="599372" y="68580"/>
                    <a:pt x="599372" y="0"/>
                    <a:pt x="599372" y="0"/>
                  </a:cubicBezTo>
                  <a:cubicBezTo>
                    <a:pt x="599372" y="0"/>
                    <a:pt x="787843" y="0"/>
                    <a:pt x="787843" y="0"/>
                  </a:cubicBezTo>
                  <a:cubicBezTo>
                    <a:pt x="787843" y="0"/>
                    <a:pt x="787844" y="68579"/>
                    <a:pt x="787844" y="68579"/>
                  </a:cubicBezTo>
                  <a:cubicBezTo>
                    <a:pt x="787844" y="68579"/>
                    <a:pt x="855842" y="68580"/>
                    <a:pt x="855842" y="68580"/>
                  </a:cubicBezTo>
                  <a:cubicBezTo>
                    <a:pt x="855842" y="68580"/>
                    <a:pt x="855842" y="383055"/>
                    <a:pt x="855842" y="383055"/>
                  </a:cubicBezTo>
                  <a:cubicBezTo>
                    <a:pt x="855842" y="383055"/>
                    <a:pt x="793884" y="383055"/>
                    <a:pt x="793884" y="383055"/>
                  </a:cubicBezTo>
                  <a:cubicBezTo>
                    <a:pt x="793884" y="383055"/>
                    <a:pt x="793884" y="440379"/>
                    <a:pt x="793884" y="440379"/>
                  </a:cubicBezTo>
                  <a:cubicBezTo>
                    <a:pt x="793884" y="440379"/>
                    <a:pt x="725304" y="440379"/>
                    <a:pt x="725304" y="440379"/>
                  </a:cubicBezTo>
                  <a:cubicBezTo>
                    <a:pt x="725304" y="440379"/>
                    <a:pt x="725304" y="543250"/>
                    <a:pt x="725304" y="543250"/>
                  </a:cubicBezTo>
                  <a:cubicBezTo>
                    <a:pt x="725304" y="543250"/>
                    <a:pt x="667193" y="543250"/>
                    <a:pt x="667193" y="543250"/>
                  </a:cubicBezTo>
                  <a:cubicBezTo>
                    <a:pt x="667193" y="543250"/>
                    <a:pt x="667193" y="577540"/>
                    <a:pt x="667193" y="577540"/>
                  </a:cubicBezTo>
                  <a:cubicBezTo>
                    <a:pt x="667193" y="577540"/>
                    <a:pt x="609388" y="577540"/>
                    <a:pt x="609388" y="577540"/>
                  </a:cubicBezTo>
                  <a:cubicBezTo>
                    <a:pt x="609388" y="577540"/>
                    <a:pt x="609388" y="646120"/>
                    <a:pt x="609388" y="646120"/>
                  </a:cubicBezTo>
                  <a:cubicBezTo>
                    <a:pt x="609388" y="646120"/>
                    <a:pt x="582929" y="646120"/>
                    <a:pt x="582929" y="646120"/>
                  </a:cubicBezTo>
                  <a:cubicBezTo>
                    <a:pt x="582929" y="646120"/>
                    <a:pt x="582929" y="680409"/>
                    <a:pt x="582929" y="680409"/>
                  </a:cubicBezTo>
                  <a:cubicBezTo>
                    <a:pt x="582929" y="680409"/>
                    <a:pt x="548639" y="680409"/>
                    <a:pt x="548639" y="680409"/>
                  </a:cubicBezTo>
                  <a:cubicBezTo>
                    <a:pt x="548639" y="680409"/>
                    <a:pt x="548639" y="714700"/>
                    <a:pt x="548639" y="714700"/>
                  </a:cubicBezTo>
                  <a:cubicBezTo>
                    <a:pt x="548639" y="714700"/>
                    <a:pt x="480059" y="714700"/>
                    <a:pt x="480059" y="714700"/>
                  </a:cubicBezTo>
                  <a:cubicBezTo>
                    <a:pt x="480059" y="714700"/>
                    <a:pt x="480059" y="783279"/>
                    <a:pt x="480059" y="783279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  <p:grpSp>
          <p:nvGrpSpPr>
            <p:cNvPr id="773684486" name=""/>
            <p:cNvGrpSpPr/>
            <p:nvPr/>
          </p:nvGrpSpPr>
          <p:grpSpPr bwMode="auto">
            <a:xfrm rot="663277" flipH="0" flipV="0">
              <a:off x="0" y="0"/>
              <a:ext cx="432702" cy="400843"/>
              <a:chOff x="0" y="0"/>
              <a:chExt cx="432702" cy="400843"/>
            </a:xfrm>
          </p:grpSpPr>
          <p:sp>
            <p:nvSpPr>
              <p:cNvPr id="227749475" name=""/>
              <p:cNvSpPr/>
              <p:nvPr/>
            </p:nvSpPr>
            <p:spPr bwMode="auto">
              <a:xfrm>
                <a:off x="29862" y="29862"/>
                <a:ext cx="372711" cy="341110"/>
              </a:xfrm>
              <a:custGeom>
                <a:avLst/>
                <a:gdLst/>
                <a:ahLst/>
                <a:cxnLst/>
                <a:rect l="0" t="0" r="r" b="b"/>
                <a:pathLst>
                  <a:path w="855842" h="783279" fill="norm" stroke="1" extrusionOk="0">
                    <a:moveTo>
                      <a:pt x="480059" y="783279"/>
                    </a:moveTo>
                    <a:cubicBezTo>
                      <a:pt x="480059" y="783279"/>
                      <a:pt x="411479" y="783279"/>
                      <a:pt x="411479" y="783279"/>
                    </a:cubicBezTo>
                    <a:cubicBezTo>
                      <a:pt x="411479" y="783279"/>
                      <a:pt x="411479" y="714700"/>
                      <a:pt x="411479" y="714700"/>
                    </a:cubicBezTo>
                    <a:cubicBezTo>
                      <a:pt x="411479" y="714700"/>
                      <a:pt x="342899" y="714700"/>
                      <a:pt x="342899" y="714700"/>
                    </a:cubicBezTo>
                    <a:cubicBezTo>
                      <a:pt x="342899" y="714700"/>
                      <a:pt x="342899" y="680409"/>
                      <a:pt x="342899" y="680409"/>
                    </a:cubicBezTo>
                    <a:cubicBezTo>
                      <a:pt x="342899" y="680409"/>
                      <a:pt x="274316" y="680409"/>
                      <a:pt x="274316" y="680409"/>
                    </a:cubicBezTo>
                    <a:cubicBezTo>
                      <a:pt x="274316" y="680409"/>
                      <a:pt x="274316" y="577540"/>
                      <a:pt x="274316" y="577540"/>
                    </a:cubicBezTo>
                    <a:cubicBezTo>
                      <a:pt x="274316" y="577540"/>
                      <a:pt x="205740" y="577540"/>
                      <a:pt x="205740" y="577540"/>
                    </a:cubicBezTo>
                    <a:cubicBezTo>
                      <a:pt x="205740" y="577540"/>
                      <a:pt x="205738" y="543250"/>
                      <a:pt x="205738" y="543250"/>
                    </a:cubicBezTo>
                    <a:cubicBezTo>
                      <a:pt x="205738" y="543250"/>
                      <a:pt x="133852" y="543250"/>
                      <a:pt x="133852" y="543250"/>
                    </a:cubicBezTo>
                    <a:cubicBezTo>
                      <a:pt x="133852" y="543250"/>
                      <a:pt x="133852" y="440379"/>
                      <a:pt x="133852" y="440379"/>
                    </a:cubicBezTo>
                    <a:cubicBezTo>
                      <a:pt x="133852" y="440379"/>
                      <a:pt x="68580" y="440379"/>
                      <a:pt x="68580" y="440379"/>
                    </a:cubicBezTo>
                    <a:cubicBezTo>
                      <a:pt x="68580" y="440379"/>
                      <a:pt x="68580" y="371797"/>
                      <a:pt x="68580" y="371797"/>
                    </a:cubicBezTo>
                    <a:cubicBezTo>
                      <a:pt x="68580" y="371797"/>
                      <a:pt x="0" y="371797"/>
                      <a:pt x="0" y="371797"/>
                    </a:cubicBezTo>
                    <a:cubicBezTo>
                      <a:pt x="0" y="371797"/>
                      <a:pt x="0" y="57322"/>
                      <a:pt x="0" y="57322"/>
                    </a:cubicBezTo>
                    <a:cubicBezTo>
                      <a:pt x="0" y="57322"/>
                      <a:pt x="68580" y="57322"/>
                      <a:pt x="68580" y="57322"/>
                    </a:cubicBezTo>
                    <a:cubicBezTo>
                      <a:pt x="68580" y="57322"/>
                      <a:pt x="68580" y="0"/>
                      <a:pt x="68580" y="0"/>
                    </a:cubicBezTo>
                    <a:cubicBezTo>
                      <a:pt x="68580" y="0"/>
                      <a:pt x="257051" y="0"/>
                      <a:pt x="257051" y="0"/>
                    </a:cubicBezTo>
                    <a:cubicBezTo>
                      <a:pt x="257051" y="0"/>
                      <a:pt x="257051" y="57322"/>
                      <a:pt x="257051" y="57322"/>
                    </a:cubicBezTo>
                    <a:cubicBezTo>
                      <a:pt x="257051" y="57322"/>
                      <a:pt x="325050" y="57322"/>
                      <a:pt x="325050" y="57322"/>
                    </a:cubicBezTo>
                    <a:cubicBezTo>
                      <a:pt x="325050" y="57322"/>
                      <a:pt x="325050" y="192833"/>
                      <a:pt x="325050" y="192833"/>
                    </a:cubicBezTo>
                    <a:cubicBezTo>
                      <a:pt x="325050" y="192833"/>
                      <a:pt x="393631" y="192833"/>
                      <a:pt x="393631" y="192833"/>
                    </a:cubicBezTo>
                    <a:cubicBezTo>
                      <a:pt x="393631" y="192833"/>
                      <a:pt x="393631" y="256788"/>
                      <a:pt x="393631" y="256788"/>
                    </a:cubicBezTo>
                    <a:cubicBezTo>
                      <a:pt x="393631" y="256788"/>
                      <a:pt x="462211" y="256788"/>
                      <a:pt x="462211" y="256788"/>
                    </a:cubicBezTo>
                    <a:cubicBezTo>
                      <a:pt x="462211" y="256788"/>
                      <a:pt x="462211" y="192833"/>
                      <a:pt x="462211" y="192833"/>
                    </a:cubicBezTo>
                    <a:cubicBezTo>
                      <a:pt x="462211" y="192833"/>
                      <a:pt x="530791" y="192833"/>
                      <a:pt x="530791" y="192833"/>
                    </a:cubicBezTo>
                    <a:cubicBezTo>
                      <a:pt x="530791" y="192833"/>
                      <a:pt x="530791" y="68580"/>
                      <a:pt x="530791" y="68580"/>
                    </a:cubicBezTo>
                    <a:cubicBezTo>
                      <a:pt x="530791" y="68580"/>
                      <a:pt x="599372" y="68580"/>
                      <a:pt x="599372" y="68580"/>
                    </a:cubicBezTo>
                    <a:cubicBezTo>
                      <a:pt x="599372" y="68580"/>
                      <a:pt x="599372" y="0"/>
                      <a:pt x="599372" y="0"/>
                    </a:cubicBezTo>
                    <a:cubicBezTo>
                      <a:pt x="599372" y="0"/>
                      <a:pt x="787843" y="0"/>
                      <a:pt x="787843" y="0"/>
                    </a:cubicBezTo>
                    <a:cubicBezTo>
                      <a:pt x="787843" y="0"/>
                      <a:pt x="787844" y="68579"/>
                      <a:pt x="787844" y="68579"/>
                    </a:cubicBezTo>
                    <a:cubicBezTo>
                      <a:pt x="787844" y="68579"/>
                      <a:pt x="855842" y="68580"/>
                      <a:pt x="855842" y="68580"/>
                    </a:cubicBezTo>
                    <a:cubicBezTo>
                      <a:pt x="855842" y="68580"/>
                      <a:pt x="855842" y="383055"/>
                      <a:pt x="855842" y="383055"/>
                    </a:cubicBezTo>
                    <a:cubicBezTo>
                      <a:pt x="855842" y="383055"/>
                      <a:pt x="793884" y="383055"/>
                      <a:pt x="793884" y="383055"/>
                    </a:cubicBezTo>
                    <a:cubicBezTo>
                      <a:pt x="793884" y="383055"/>
                      <a:pt x="793884" y="440379"/>
                      <a:pt x="793884" y="440379"/>
                    </a:cubicBezTo>
                    <a:cubicBezTo>
                      <a:pt x="793884" y="440379"/>
                      <a:pt x="725304" y="440379"/>
                      <a:pt x="725304" y="440379"/>
                    </a:cubicBezTo>
                    <a:cubicBezTo>
                      <a:pt x="725304" y="440379"/>
                      <a:pt x="725304" y="543250"/>
                      <a:pt x="725304" y="543250"/>
                    </a:cubicBezTo>
                    <a:cubicBezTo>
                      <a:pt x="725304" y="543250"/>
                      <a:pt x="667193" y="543250"/>
                      <a:pt x="667193" y="543250"/>
                    </a:cubicBezTo>
                    <a:cubicBezTo>
                      <a:pt x="667193" y="543250"/>
                      <a:pt x="667193" y="577540"/>
                      <a:pt x="667193" y="577540"/>
                    </a:cubicBezTo>
                    <a:cubicBezTo>
                      <a:pt x="667193" y="577540"/>
                      <a:pt x="609388" y="577540"/>
                      <a:pt x="609388" y="577540"/>
                    </a:cubicBezTo>
                    <a:cubicBezTo>
                      <a:pt x="609388" y="577540"/>
                      <a:pt x="609388" y="646120"/>
                      <a:pt x="609388" y="646120"/>
                    </a:cubicBezTo>
                    <a:cubicBezTo>
                      <a:pt x="609388" y="646120"/>
                      <a:pt x="582929" y="646120"/>
                      <a:pt x="582929" y="646120"/>
                    </a:cubicBezTo>
                    <a:cubicBezTo>
                      <a:pt x="582929" y="646120"/>
                      <a:pt x="582929" y="680409"/>
                      <a:pt x="582929" y="680409"/>
                    </a:cubicBezTo>
                    <a:cubicBezTo>
                      <a:pt x="582929" y="680409"/>
                      <a:pt x="548639" y="680409"/>
                      <a:pt x="548639" y="680409"/>
                    </a:cubicBezTo>
                    <a:cubicBezTo>
                      <a:pt x="548639" y="680409"/>
                      <a:pt x="548639" y="714700"/>
                      <a:pt x="548639" y="714700"/>
                    </a:cubicBezTo>
                    <a:cubicBezTo>
                      <a:pt x="548639" y="714700"/>
                      <a:pt x="480059" y="714700"/>
                      <a:pt x="480059" y="714700"/>
                    </a:cubicBezTo>
                    <a:cubicBezTo>
                      <a:pt x="480059" y="714700"/>
                      <a:pt x="480059" y="783279"/>
                      <a:pt x="480059" y="783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99068174" name=""/>
              <p:cNvSpPr/>
              <p:nvPr/>
            </p:nvSpPr>
            <p:spPr bwMode="auto">
              <a:xfrm>
                <a:off x="82953" y="96894"/>
                <a:ext cx="58853" cy="59728"/>
              </a:xfrm>
              <a:custGeom>
                <a:avLst/>
                <a:gdLst/>
                <a:ahLst/>
                <a:cxnLst/>
                <a:rect l="0" t="0" r="r" b="b"/>
                <a:pathLst>
                  <a:path w="135150" h="137160" fill="norm" stroke="1" extrusionOk="0">
                    <a:moveTo>
                      <a:pt x="68580" y="137160"/>
                    </a:moveTo>
                    <a:cubicBezTo>
                      <a:pt x="68580" y="137160"/>
                      <a:pt x="0" y="137160"/>
                      <a:pt x="0" y="137160"/>
                    </a:cubicBezTo>
                    <a:cubicBezTo>
                      <a:pt x="0" y="137160"/>
                      <a:pt x="0" y="0"/>
                      <a:pt x="0" y="0"/>
                    </a:cubicBezTo>
                    <a:cubicBezTo>
                      <a:pt x="0" y="0"/>
                      <a:pt x="135150" y="0"/>
                      <a:pt x="135150" y="0"/>
                    </a:cubicBezTo>
                    <a:cubicBezTo>
                      <a:pt x="135150" y="0"/>
                      <a:pt x="135150" y="68580"/>
                      <a:pt x="135150" y="68580"/>
                    </a:cubicBezTo>
                    <a:cubicBezTo>
                      <a:pt x="135150" y="68580"/>
                      <a:pt x="68580" y="68580"/>
                      <a:pt x="68580" y="68580"/>
                    </a:cubicBezTo>
                    <a:cubicBezTo>
                      <a:pt x="68580" y="68580"/>
                      <a:pt x="68580" y="137160"/>
                      <a:pt x="68580" y="13716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1731028733" name=""/>
              <p:cNvSpPr/>
              <p:nvPr/>
            </p:nvSpPr>
            <p:spPr bwMode="auto">
              <a:xfrm>
                <a:off x="179193" y="61686"/>
                <a:ext cx="223634" cy="309286"/>
              </a:xfrm>
              <a:custGeom>
                <a:avLst/>
                <a:gdLst/>
                <a:ahLst/>
                <a:cxnLst/>
                <a:rect l="0" t="0" r="r" b="b"/>
                <a:pathLst>
                  <a:path w="513528" h="710206" fill="norm" stroke="1" extrusionOk="0">
                    <a:moveTo>
                      <a:pt x="0" y="573047"/>
                    </a:moveTo>
                    <a:cubicBezTo>
                      <a:pt x="0" y="573047"/>
                      <a:pt x="68580" y="573047"/>
                      <a:pt x="68580" y="573047"/>
                    </a:cubicBezTo>
                    <a:cubicBezTo>
                      <a:pt x="68580" y="573047"/>
                      <a:pt x="68580" y="548005"/>
                      <a:pt x="68580" y="548005"/>
                    </a:cubicBezTo>
                    <a:cubicBezTo>
                      <a:pt x="68580" y="548005"/>
                      <a:pt x="137160" y="548005"/>
                      <a:pt x="137160" y="548005"/>
                    </a:cubicBezTo>
                    <a:cubicBezTo>
                      <a:pt x="137160" y="548005"/>
                      <a:pt x="137160" y="479427"/>
                      <a:pt x="137160" y="479427"/>
                    </a:cubicBezTo>
                    <a:cubicBezTo>
                      <a:pt x="137160" y="479427"/>
                      <a:pt x="197909" y="479427"/>
                      <a:pt x="197909" y="479427"/>
                    </a:cubicBezTo>
                    <a:cubicBezTo>
                      <a:pt x="197909" y="479427"/>
                      <a:pt x="197909" y="410847"/>
                      <a:pt x="197909" y="410847"/>
                    </a:cubicBezTo>
                    <a:cubicBezTo>
                      <a:pt x="197909" y="410847"/>
                      <a:pt x="256473" y="410847"/>
                      <a:pt x="256473" y="410847"/>
                    </a:cubicBezTo>
                    <a:cubicBezTo>
                      <a:pt x="256473" y="410847"/>
                      <a:pt x="256473" y="354787"/>
                      <a:pt x="256473" y="354787"/>
                    </a:cubicBezTo>
                    <a:cubicBezTo>
                      <a:pt x="256473" y="354787"/>
                      <a:pt x="325053" y="354787"/>
                      <a:pt x="325053" y="354787"/>
                    </a:cubicBezTo>
                    <a:cubicBezTo>
                      <a:pt x="325053" y="354787"/>
                      <a:pt x="325053" y="273687"/>
                      <a:pt x="325053" y="273687"/>
                    </a:cubicBezTo>
                    <a:cubicBezTo>
                      <a:pt x="325053" y="273687"/>
                      <a:pt x="380342" y="273687"/>
                      <a:pt x="380342" y="273687"/>
                    </a:cubicBezTo>
                    <a:cubicBezTo>
                      <a:pt x="380342" y="273687"/>
                      <a:pt x="380342" y="205107"/>
                      <a:pt x="380342" y="205107"/>
                    </a:cubicBezTo>
                    <a:cubicBezTo>
                      <a:pt x="380342" y="205107"/>
                      <a:pt x="444948" y="205106"/>
                      <a:pt x="444948" y="205106"/>
                    </a:cubicBezTo>
                    <a:cubicBezTo>
                      <a:pt x="444948" y="205106"/>
                      <a:pt x="444948" y="0"/>
                      <a:pt x="444948" y="0"/>
                    </a:cubicBezTo>
                    <a:cubicBezTo>
                      <a:pt x="444948" y="0"/>
                      <a:pt x="513528" y="0"/>
                      <a:pt x="513528" y="0"/>
                    </a:cubicBezTo>
                    <a:cubicBezTo>
                      <a:pt x="513528" y="0"/>
                      <a:pt x="513528" y="318566"/>
                      <a:pt x="513528" y="318566"/>
                    </a:cubicBezTo>
                    <a:cubicBezTo>
                      <a:pt x="513528" y="318566"/>
                      <a:pt x="448921" y="318566"/>
                      <a:pt x="448921" y="318566"/>
                    </a:cubicBezTo>
                    <a:cubicBezTo>
                      <a:pt x="448921" y="318566"/>
                      <a:pt x="448922" y="367307"/>
                      <a:pt x="448922" y="367307"/>
                    </a:cubicBezTo>
                    <a:cubicBezTo>
                      <a:pt x="448922" y="367307"/>
                      <a:pt x="393633" y="367306"/>
                      <a:pt x="393633" y="367306"/>
                    </a:cubicBezTo>
                    <a:cubicBezTo>
                      <a:pt x="393633" y="367306"/>
                      <a:pt x="393633" y="435887"/>
                      <a:pt x="393633" y="435887"/>
                    </a:cubicBezTo>
                    <a:cubicBezTo>
                      <a:pt x="393633" y="435887"/>
                      <a:pt x="325053" y="435887"/>
                      <a:pt x="325053" y="435887"/>
                    </a:cubicBezTo>
                    <a:cubicBezTo>
                      <a:pt x="325053" y="435887"/>
                      <a:pt x="325053" y="516986"/>
                      <a:pt x="325053" y="516986"/>
                    </a:cubicBezTo>
                    <a:cubicBezTo>
                      <a:pt x="325053" y="516986"/>
                      <a:pt x="266489" y="516986"/>
                      <a:pt x="266489" y="516986"/>
                    </a:cubicBezTo>
                    <a:cubicBezTo>
                      <a:pt x="266489" y="516986"/>
                      <a:pt x="266489" y="573046"/>
                      <a:pt x="266489" y="573046"/>
                    </a:cubicBezTo>
                    <a:cubicBezTo>
                      <a:pt x="266489" y="573046"/>
                      <a:pt x="205740" y="573046"/>
                      <a:pt x="205740" y="573046"/>
                    </a:cubicBezTo>
                    <a:cubicBezTo>
                      <a:pt x="205740" y="573046"/>
                      <a:pt x="205740" y="641627"/>
                      <a:pt x="205740" y="641627"/>
                    </a:cubicBezTo>
                    <a:cubicBezTo>
                      <a:pt x="205740" y="641627"/>
                      <a:pt x="137160" y="641627"/>
                      <a:pt x="137160" y="641627"/>
                    </a:cubicBezTo>
                    <a:cubicBezTo>
                      <a:pt x="137160" y="641627"/>
                      <a:pt x="137160" y="710206"/>
                      <a:pt x="137160" y="710206"/>
                    </a:cubicBezTo>
                    <a:cubicBezTo>
                      <a:pt x="137160" y="710206"/>
                      <a:pt x="68580" y="710206"/>
                      <a:pt x="68580" y="710206"/>
                    </a:cubicBezTo>
                    <a:cubicBezTo>
                      <a:pt x="68580" y="710206"/>
                      <a:pt x="68580" y="641627"/>
                      <a:pt x="68580" y="641627"/>
                    </a:cubicBezTo>
                    <a:cubicBezTo>
                      <a:pt x="68580" y="641627"/>
                      <a:pt x="0" y="641627"/>
                      <a:pt x="0" y="641627"/>
                    </a:cubicBezTo>
                    <a:cubicBezTo>
                      <a:pt x="0" y="641627"/>
                      <a:pt x="0" y="573047"/>
                      <a:pt x="0" y="573047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  <a:alpha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grpSp>
            <p:nvGrpSpPr>
              <p:cNvPr id="13189222" name=""/>
              <p:cNvGrpSpPr/>
              <p:nvPr/>
            </p:nvGrpSpPr>
            <p:grpSpPr bwMode="auto">
              <a:xfrm flipH="0" flipV="0">
                <a:off x="0" y="0"/>
                <a:ext cx="432702" cy="400843"/>
                <a:chOff x="0" y="0"/>
                <a:chExt cx="432702" cy="400843"/>
              </a:xfrm>
            </p:grpSpPr>
            <p:sp>
              <p:nvSpPr>
                <p:cNvPr id="1433088310" name=""/>
                <p:cNvSpPr/>
                <p:nvPr/>
              </p:nvSpPr>
              <p:spPr bwMode="auto">
                <a:xfrm rot="0" flipH="0" flipV="0">
                  <a:off x="59728" y="0"/>
                  <a:ext cx="82074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94444882" name=""/>
                <p:cNvSpPr/>
                <p:nvPr/>
              </p:nvSpPr>
              <p:spPr bwMode="auto">
                <a:xfrm rot="0" flipH="0" flipV="0">
                  <a:off x="29862" y="31817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81791786" name=""/>
                <p:cNvSpPr/>
                <p:nvPr/>
              </p:nvSpPr>
              <p:spPr bwMode="auto">
                <a:xfrm rot="0" flipH="0" flipV="0">
                  <a:off x="141808" y="31817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841452469" name=""/>
                <p:cNvSpPr/>
                <p:nvPr/>
              </p:nvSpPr>
              <p:spPr bwMode="auto">
                <a:xfrm rot="0" flipH="0" flipV="0">
                  <a:off x="0" y="61740"/>
                  <a:ext cx="29862" cy="13003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46036096" name=""/>
                <p:cNvSpPr/>
                <p:nvPr/>
              </p:nvSpPr>
              <p:spPr bwMode="auto">
                <a:xfrm rot="0" flipH="0" flipV="0">
                  <a:off x="171423" y="61740"/>
                  <a:ext cx="29862" cy="52096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92156368" name=""/>
                <p:cNvSpPr/>
                <p:nvPr/>
              </p:nvSpPr>
              <p:spPr bwMode="auto">
                <a:xfrm rot="0" flipH="0" flipV="0">
                  <a:off x="201287" y="111826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27713828" name=""/>
                <p:cNvSpPr/>
                <p:nvPr/>
              </p:nvSpPr>
              <p:spPr bwMode="auto">
                <a:xfrm rot="0" flipH="0" flipV="0">
                  <a:off x="231156" y="61740"/>
                  <a:ext cx="29862" cy="52096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47993621" name=""/>
                <p:cNvSpPr/>
                <p:nvPr/>
              </p:nvSpPr>
              <p:spPr bwMode="auto">
                <a:xfrm rot="0" flipH="0" flipV="0">
                  <a:off x="261019" y="31817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6778534" name=""/>
                <p:cNvSpPr/>
                <p:nvPr/>
              </p:nvSpPr>
              <p:spPr bwMode="auto">
                <a:xfrm rot="0" flipH="0" flipV="0">
                  <a:off x="290889" y="1953"/>
                  <a:ext cx="82074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11785174" name=""/>
                <p:cNvSpPr/>
                <p:nvPr/>
              </p:nvSpPr>
              <p:spPr bwMode="auto">
                <a:xfrm rot="0" flipH="0" flipV="0">
                  <a:off x="372969" y="31817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2919907" name=""/>
                <p:cNvSpPr/>
                <p:nvPr/>
              </p:nvSpPr>
              <p:spPr bwMode="auto">
                <a:xfrm rot="0" flipH="0" flipV="0">
                  <a:off x="402832" y="61740"/>
                  <a:ext cx="29862" cy="13003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415230128" name=""/>
                <p:cNvSpPr/>
                <p:nvPr/>
              </p:nvSpPr>
              <p:spPr bwMode="auto">
                <a:xfrm rot="0" flipH="0" flipV="0">
                  <a:off x="29862" y="191781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4552222" name=""/>
                <p:cNvSpPr/>
                <p:nvPr/>
              </p:nvSpPr>
              <p:spPr bwMode="auto">
                <a:xfrm rot="0" flipH="0" flipV="0">
                  <a:off x="375594" y="191781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97495006" name=""/>
                <p:cNvSpPr/>
                <p:nvPr/>
              </p:nvSpPr>
              <p:spPr bwMode="auto">
                <a:xfrm rot="0" flipH="0" flipV="0">
                  <a:off x="345728" y="221644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00151561" name=""/>
                <p:cNvSpPr/>
                <p:nvPr/>
              </p:nvSpPr>
              <p:spPr bwMode="auto">
                <a:xfrm rot="0" flipH="0" flipV="0">
                  <a:off x="320421" y="251514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12172540" name=""/>
                <p:cNvSpPr/>
                <p:nvPr/>
              </p:nvSpPr>
              <p:spPr bwMode="auto">
                <a:xfrm rot="0" flipH="0" flipV="0">
                  <a:off x="290889" y="281378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55534442" name=""/>
                <p:cNvSpPr/>
                <p:nvPr/>
              </p:nvSpPr>
              <p:spPr bwMode="auto">
                <a:xfrm rot="0" flipH="0" flipV="0">
                  <a:off x="59727" y="221644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75430943" name=""/>
                <p:cNvSpPr/>
                <p:nvPr/>
              </p:nvSpPr>
              <p:spPr bwMode="auto">
                <a:xfrm rot="0" flipH="0" flipV="0">
                  <a:off x="89595" y="251514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466043144" name=""/>
                <p:cNvSpPr/>
                <p:nvPr/>
              </p:nvSpPr>
              <p:spPr bwMode="auto">
                <a:xfrm rot="0" flipH="0" flipV="0">
                  <a:off x="119460" y="281378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78963923" name=""/>
                <p:cNvSpPr/>
                <p:nvPr/>
              </p:nvSpPr>
              <p:spPr bwMode="auto">
                <a:xfrm rot="0" flipH="0" flipV="0">
                  <a:off x="149326" y="311247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96370810" name=""/>
                <p:cNvSpPr/>
                <p:nvPr/>
              </p:nvSpPr>
              <p:spPr bwMode="auto">
                <a:xfrm rot="0" flipH="0" flipV="0">
                  <a:off x="179193" y="341110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406826488" name=""/>
                <p:cNvSpPr/>
                <p:nvPr/>
              </p:nvSpPr>
              <p:spPr bwMode="auto">
                <a:xfrm rot="0" flipH="0" flipV="0">
                  <a:off x="209061" y="370980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88555043" name=""/>
                <p:cNvSpPr/>
                <p:nvPr/>
              </p:nvSpPr>
              <p:spPr bwMode="auto">
                <a:xfrm rot="0" flipH="0" flipV="0">
                  <a:off x="238925" y="341110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224296956" name=""/>
                <p:cNvSpPr/>
                <p:nvPr/>
              </p:nvSpPr>
              <p:spPr bwMode="auto">
                <a:xfrm rot="0" flipH="0" flipV="0">
                  <a:off x="268794" y="311247"/>
                  <a:ext cx="29862" cy="29862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</p:grpSp>
      <p:grpSp>
        <p:nvGrpSpPr>
          <p:cNvPr id="2021693490" name=""/>
          <p:cNvGrpSpPr/>
          <p:nvPr/>
        </p:nvGrpSpPr>
        <p:grpSpPr bwMode="auto">
          <a:xfrm flipH="0" flipV="0">
            <a:off x="9356729" y="4914059"/>
            <a:ext cx="2105496" cy="962703"/>
            <a:chOff x="0" y="0"/>
            <a:chExt cx="2105496" cy="962703"/>
          </a:xfrm>
        </p:grpSpPr>
        <p:sp>
          <p:nvSpPr>
            <p:cNvPr id="570642183" name=""/>
            <p:cNvSpPr/>
            <p:nvPr/>
          </p:nvSpPr>
          <p:spPr bwMode="auto">
            <a:xfrm rot="0" flipH="0" flipV="0">
              <a:off x="0" y="0"/>
              <a:ext cx="2105496" cy="962703"/>
            </a:xfrm>
            <a:custGeom>
              <a:avLst/>
              <a:gdLst/>
              <a:ahLst/>
              <a:cxnLst/>
              <a:rect l="0" t="0" r="r" b="b"/>
              <a:pathLst>
                <a:path w="1108597" h="506889" fill="norm" stroke="1" extrusionOk="0">
                  <a:moveTo>
                    <a:pt x="422487" y="0"/>
                  </a:moveTo>
                  <a:cubicBezTo>
                    <a:pt x="422487" y="0"/>
                    <a:pt x="487657" y="0"/>
                    <a:pt x="487657" y="0"/>
                  </a:cubicBezTo>
                  <a:cubicBezTo>
                    <a:pt x="487657" y="0"/>
                    <a:pt x="487657" y="65170"/>
                    <a:pt x="487657" y="65170"/>
                  </a:cubicBezTo>
                  <a:cubicBezTo>
                    <a:pt x="487657" y="65170"/>
                    <a:pt x="559505" y="65170"/>
                    <a:pt x="559505" y="65170"/>
                  </a:cubicBezTo>
                  <a:cubicBezTo>
                    <a:pt x="559505" y="65170"/>
                    <a:pt x="559505" y="130339"/>
                    <a:pt x="559505" y="130339"/>
                  </a:cubicBezTo>
                  <a:cubicBezTo>
                    <a:pt x="559505" y="130339"/>
                    <a:pt x="345711" y="130339"/>
                    <a:pt x="345711" y="130339"/>
                  </a:cubicBezTo>
                  <a:cubicBezTo>
                    <a:pt x="345711" y="130339"/>
                    <a:pt x="345711" y="65170"/>
                    <a:pt x="345711" y="65170"/>
                  </a:cubicBezTo>
                  <a:cubicBezTo>
                    <a:pt x="345711" y="65170"/>
                    <a:pt x="422487" y="65170"/>
                    <a:pt x="422487" y="65170"/>
                  </a:cubicBezTo>
                  <a:cubicBezTo>
                    <a:pt x="422487" y="65170"/>
                    <a:pt x="422487" y="0"/>
                    <a:pt x="422487" y="0"/>
                  </a:cubicBezTo>
                  <a:close/>
                  <a:moveTo>
                    <a:pt x="281354" y="130342"/>
                  </a:moveTo>
                  <a:cubicBezTo>
                    <a:pt x="281354" y="130342"/>
                    <a:pt x="695055" y="130342"/>
                    <a:pt x="695055" y="130342"/>
                  </a:cubicBezTo>
                  <a:cubicBezTo>
                    <a:pt x="695055" y="130342"/>
                    <a:pt x="695055" y="269737"/>
                    <a:pt x="695055" y="269737"/>
                  </a:cubicBezTo>
                  <a:cubicBezTo>
                    <a:pt x="695055" y="269737"/>
                    <a:pt x="760224" y="269736"/>
                    <a:pt x="760224" y="269736"/>
                  </a:cubicBezTo>
                  <a:cubicBezTo>
                    <a:pt x="760224" y="269736"/>
                    <a:pt x="760224" y="204567"/>
                    <a:pt x="760224" y="204567"/>
                  </a:cubicBezTo>
                  <a:cubicBezTo>
                    <a:pt x="760224" y="204567"/>
                    <a:pt x="903726" y="204567"/>
                    <a:pt x="903726" y="204567"/>
                  </a:cubicBezTo>
                  <a:cubicBezTo>
                    <a:pt x="903726" y="204567"/>
                    <a:pt x="903726" y="269738"/>
                    <a:pt x="903726" y="269738"/>
                  </a:cubicBezTo>
                  <a:cubicBezTo>
                    <a:pt x="903726" y="269738"/>
                    <a:pt x="1043426" y="269738"/>
                    <a:pt x="1043426" y="269738"/>
                  </a:cubicBezTo>
                  <a:cubicBezTo>
                    <a:pt x="1043426" y="269738"/>
                    <a:pt x="1043426" y="358438"/>
                    <a:pt x="1043426" y="358438"/>
                  </a:cubicBezTo>
                  <a:cubicBezTo>
                    <a:pt x="1043426" y="358438"/>
                    <a:pt x="1108596" y="358438"/>
                    <a:pt x="1108596" y="358438"/>
                  </a:cubicBezTo>
                  <a:cubicBezTo>
                    <a:pt x="1108596" y="358438"/>
                    <a:pt x="1108596" y="423607"/>
                    <a:pt x="1108596" y="423607"/>
                  </a:cubicBezTo>
                  <a:cubicBezTo>
                    <a:pt x="1108596" y="423607"/>
                    <a:pt x="903726" y="423607"/>
                    <a:pt x="903726" y="423607"/>
                  </a:cubicBezTo>
                  <a:cubicBezTo>
                    <a:pt x="903726" y="423607"/>
                    <a:pt x="903726" y="451702"/>
                    <a:pt x="903726" y="451702"/>
                  </a:cubicBezTo>
                  <a:cubicBezTo>
                    <a:pt x="903726" y="451702"/>
                    <a:pt x="760224" y="451702"/>
                    <a:pt x="760224" y="451702"/>
                  </a:cubicBezTo>
                  <a:cubicBezTo>
                    <a:pt x="760224" y="451702"/>
                    <a:pt x="760224" y="474304"/>
                    <a:pt x="760224" y="474304"/>
                  </a:cubicBezTo>
                  <a:cubicBezTo>
                    <a:pt x="760224" y="474304"/>
                    <a:pt x="615860" y="474304"/>
                    <a:pt x="615860" y="474304"/>
                  </a:cubicBezTo>
                  <a:cubicBezTo>
                    <a:pt x="615860" y="474304"/>
                    <a:pt x="615860" y="506889"/>
                    <a:pt x="615860" y="506889"/>
                  </a:cubicBezTo>
                  <a:cubicBezTo>
                    <a:pt x="615860" y="506889"/>
                    <a:pt x="227068" y="506889"/>
                    <a:pt x="227068" y="506889"/>
                  </a:cubicBezTo>
                  <a:cubicBezTo>
                    <a:pt x="227068" y="506889"/>
                    <a:pt x="227069" y="456193"/>
                    <a:pt x="227069" y="456193"/>
                  </a:cubicBezTo>
                  <a:cubicBezTo>
                    <a:pt x="227069" y="456193"/>
                    <a:pt x="0" y="456193"/>
                    <a:pt x="0" y="456193"/>
                  </a:cubicBezTo>
                  <a:cubicBezTo>
                    <a:pt x="0" y="456193"/>
                    <a:pt x="0" y="391023"/>
                    <a:pt x="0" y="391023"/>
                  </a:cubicBezTo>
                  <a:cubicBezTo>
                    <a:pt x="0" y="391023"/>
                    <a:pt x="67559" y="391023"/>
                    <a:pt x="67559" y="391023"/>
                  </a:cubicBezTo>
                  <a:cubicBezTo>
                    <a:pt x="67559" y="391023"/>
                    <a:pt x="67559" y="325853"/>
                    <a:pt x="67559" y="325853"/>
                  </a:cubicBezTo>
                  <a:cubicBezTo>
                    <a:pt x="67559" y="325853"/>
                    <a:pt x="131918" y="325853"/>
                    <a:pt x="131918" y="325853"/>
                  </a:cubicBezTo>
                  <a:cubicBezTo>
                    <a:pt x="131918" y="325853"/>
                    <a:pt x="131918" y="260683"/>
                    <a:pt x="131918" y="260683"/>
                  </a:cubicBezTo>
                  <a:cubicBezTo>
                    <a:pt x="131918" y="260683"/>
                    <a:pt x="227068" y="260683"/>
                    <a:pt x="227068" y="260683"/>
                  </a:cubicBezTo>
                  <a:cubicBezTo>
                    <a:pt x="227068" y="260683"/>
                    <a:pt x="227068" y="195513"/>
                    <a:pt x="227068" y="195513"/>
                  </a:cubicBezTo>
                  <a:cubicBezTo>
                    <a:pt x="227068" y="195513"/>
                    <a:pt x="281354" y="195513"/>
                    <a:pt x="281354" y="195513"/>
                  </a:cubicBezTo>
                  <a:cubicBezTo>
                    <a:pt x="281354" y="195513"/>
                    <a:pt x="281354" y="130342"/>
                    <a:pt x="281354" y="130342"/>
                  </a:cubicBezTo>
                  <a:close/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687521949" name=""/>
            <p:cNvSpPr/>
            <p:nvPr/>
          </p:nvSpPr>
          <p:spPr bwMode="auto">
            <a:xfrm rot="0" flipH="0" flipV="0">
              <a:off x="142337" y="493155"/>
              <a:ext cx="1963151" cy="469548"/>
            </a:xfrm>
            <a:custGeom>
              <a:avLst/>
              <a:gdLst/>
              <a:ahLst/>
              <a:cxnLst/>
              <a:rect l="0" t="0" r="r" b="b"/>
              <a:pathLst>
                <a:path w="1033651" h="247230" fill="norm" stroke="1" extrusionOk="0">
                  <a:moveTo>
                    <a:pt x="597646" y="104565"/>
                  </a:moveTo>
                  <a:cubicBezTo>
                    <a:pt x="597646" y="104565"/>
                    <a:pt x="666702" y="104565"/>
                    <a:pt x="666702" y="104565"/>
                  </a:cubicBezTo>
                  <a:cubicBezTo>
                    <a:pt x="666702" y="104565"/>
                    <a:pt x="666702" y="173621"/>
                    <a:pt x="666702" y="173621"/>
                  </a:cubicBezTo>
                  <a:cubicBezTo>
                    <a:pt x="666702" y="173621"/>
                    <a:pt x="597646" y="173621"/>
                    <a:pt x="597646" y="173621"/>
                  </a:cubicBezTo>
                  <a:cubicBezTo>
                    <a:pt x="597646" y="173621"/>
                    <a:pt x="597646" y="104565"/>
                    <a:pt x="597646" y="104565"/>
                  </a:cubicBezTo>
                  <a:close/>
                  <a:moveTo>
                    <a:pt x="305981" y="0"/>
                  </a:moveTo>
                  <a:cubicBezTo>
                    <a:pt x="305981" y="0"/>
                    <a:pt x="375036" y="0"/>
                    <a:pt x="375036" y="0"/>
                  </a:cubicBezTo>
                  <a:cubicBezTo>
                    <a:pt x="375036" y="0"/>
                    <a:pt x="375036" y="57754"/>
                    <a:pt x="375036" y="57754"/>
                  </a:cubicBezTo>
                  <a:cubicBezTo>
                    <a:pt x="375036" y="57754"/>
                    <a:pt x="415244" y="57754"/>
                    <a:pt x="415244" y="57754"/>
                  </a:cubicBezTo>
                  <a:cubicBezTo>
                    <a:pt x="415244" y="57754"/>
                    <a:pt x="415244" y="119215"/>
                    <a:pt x="415244" y="119215"/>
                  </a:cubicBezTo>
                  <a:cubicBezTo>
                    <a:pt x="415244" y="119215"/>
                    <a:pt x="484630" y="119215"/>
                    <a:pt x="484630" y="119215"/>
                  </a:cubicBezTo>
                  <a:cubicBezTo>
                    <a:pt x="484630" y="119215"/>
                    <a:pt x="484630" y="174079"/>
                    <a:pt x="484630" y="174079"/>
                  </a:cubicBezTo>
                  <a:cubicBezTo>
                    <a:pt x="484630" y="174079"/>
                    <a:pt x="817078" y="174079"/>
                    <a:pt x="817078" y="174079"/>
                  </a:cubicBezTo>
                  <a:cubicBezTo>
                    <a:pt x="817078" y="174079"/>
                    <a:pt x="817078" y="118616"/>
                    <a:pt x="817078" y="118616"/>
                  </a:cubicBezTo>
                  <a:cubicBezTo>
                    <a:pt x="817078" y="118616"/>
                    <a:pt x="1033651" y="118616"/>
                    <a:pt x="1033651" y="118616"/>
                  </a:cubicBezTo>
                  <a:cubicBezTo>
                    <a:pt x="1033651" y="118616"/>
                    <a:pt x="1033651" y="187673"/>
                    <a:pt x="1033651" y="187673"/>
                  </a:cubicBezTo>
                  <a:cubicBezTo>
                    <a:pt x="1033651" y="187673"/>
                    <a:pt x="832102" y="187673"/>
                    <a:pt x="832102" y="187673"/>
                  </a:cubicBezTo>
                  <a:cubicBezTo>
                    <a:pt x="832102" y="187673"/>
                    <a:pt x="832102" y="247230"/>
                    <a:pt x="832102" y="247230"/>
                  </a:cubicBezTo>
                  <a:cubicBezTo>
                    <a:pt x="832102" y="247230"/>
                    <a:pt x="0" y="247230"/>
                    <a:pt x="0" y="247230"/>
                  </a:cubicBezTo>
                  <a:cubicBezTo>
                    <a:pt x="0" y="247230"/>
                    <a:pt x="0" y="174079"/>
                    <a:pt x="0" y="174079"/>
                  </a:cubicBezTo>
                  <a:cubicBezTo>
                    <a:pt x="0" y="174079"/>
                    <a:pt x="100584" y="174077"/>
                    <a:pt x="100584" y="174077"/>
                  </a:cubicBezTo>
                  <a:cubicBezTo>
                    <a:pt x="100584" y="174077"/>
                    <a:pt x="100584" y="119215"/>
                    <a:pt x="100584" y="119215"/>
                  </a:cubicBezTo>
                  <a:cubicBezTo>
                    <a:pt x="100584" y="119215"/>
                    <a:pt x="265775" y="119215"/>
                    <a:pt x="265775" y="119215"/>
                  </a:cubicBezTo>
                  <a:cubicBezTo>
                    <a:pt x="265775" y="119215"/>
                    <a:pt x="265775" y="57754"/>
                    <a:pt x="265775" y="57754"/>
                  </a:cubicBezTo>
                  <a:cubicBezTo>
                    <a:pt x="265775" y="57754"/>
                    <a:pt x="305981" y="57753"/>
                    <a:pt x="305981" y="57753"/>
                  </a:cubicBezTo>
                  <a:cubicBezTo>
                    <a:pt x="305981" y="57753"/>
                    <a:pt x="305981" y="0"/>
                    <a:pt x="305981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</p:grpSp>
      <p:sp>
        <p:nvSpPr>
          <p:cNvPr id="98387650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714672" y="1088541"/>
            <a:ext cx="6791738" cy="287972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457200" tIns="45720" rIns="457200" bIns="45720" numCol="1" spcCol="0" rtlCol="0" fromWordArt="0" anchor="ctr" anchorCtr="0" forceAA="0" upright="0" compatLnSpc="0">
            <a:normAutofit/>
          </a:bodyPr>
          <a:lstStyle>
            <a:lvl1pPr>
              <a:defRPr sz="6000"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  <a:lvl6pPr>
              <a:defRPr b="1"/>
            </a:lvl6pPr>
            <a:lvl7pPr>
              <a:defRPr b="1"/>
            </a:lvl7pPr>
            <a:lvl8pPr>
              <a:defRPr b="1"/>
            </a:lvl8pPr>
            <a:lvl9pPr>
              <a:defRPr b="1"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6542977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2714672" y="3968266"/>
            <a:ext cx="6791738" cy="150018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>
                <a:solidFill>
                  <a:schemeClr val="tx1"/>
                </a:solidFill>
              </a:defRPr>
            </a:lvl2pPr>
            <a:lvl3pPr marL="914400" indent="0" algn="ctr">
              <a:buNone/>
              <a:defRPr sz="1800">
                <a:solidFill>
                  <a:schemeClr val="tx1"/>
                </a:solidFill>
              </a:defRPr>
            </a:lvl3pPr>
            <a:lvl4pPr marL="1371600" indent="0" algn="ctr">
              <a:buNone/>
              <a:defRPr sz="1600">
                <a:solidFill>
                  <a:schemeClr val="tx1"/>
                </a:solidFill>
              </a:defRPr>
            </a:lvl4pPr>
            <a:lvl5pPr marL="1828800" indent="0" algn="ctr">
              <a:buNone/>
              <a:defRPr sz="1600">
                <a:solidFill>
                  <a:schemeClr val="tx1"/>
                </a:solidFill>
              </a:defRPr>
            </a:lvl5pPr>
            <a:lvl6pPr marL="2286000" indent="0" algn="ctr">
              <a:buNone/>
              <a:defRPr sz="1600">
                <a:solidFill>
                  <a:schemeClr val="tx1"/>
                </a:solidFill>
              </a:defRPr>
            </a:lvl6pPr>
            <a:lvl7pPr marL="2743200" indent="0" algn="ctr">
              <a:buNone/>
              <a:defRPr sz="1600">
                <a:solidFill>
                  <a:schemeClr val="tx1"/>
                </a:solidFill>
              </a:defRPr>
            </a:lvl7pPr>
            <a:lvl8pPr marL="3200400" indent="0" algn="ctr">
              <a:buNone/>
              <a:defRPr sz="1600">
                <a:solidFill>
                  <a:schemeClr val="tx1"/>
                </a:solidFill>
              </a:defRPr>
            </a:lvl8pPr>
            <a:lvl9pPr marL="3657600" indent="0" algn="ctr"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94126106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42485656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22374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grpSp>
        <p:nvGrpSpPr>
          <p:cNvPr id="1489695057" name=""/>
          <p:cNvGrpSpPr/>
          <p:nvPr/>
        </p:nvGrpSpPr>
        <p:grpSpPr bwMode="auto">
          <a:xfrm flipH="0" flipV="0">
            <a:off x="9924613" y="417411"/>
            <a:ext cx="1492668" cy="1487586"/>
            <a:chOff x="0" y="0"/>
            <a:chExt cx="1492668" cy="1487586"/>
          </a:xfrm>
        </p:grpSpPr>
        <p:sp>
          <p:nvSpPr>
            <p:cNvPr id="736480417" name=""/>
            <p:cNvSpPr/>
            <p:nvPr/>
          </p:nvSpPr>
          <p:spPr bwMode="auto">
            <a:xfrm rot="1537270">
              <a:off x="0" y="101767"/>
              <a:ext cx="1311311" cy="1385819"/>
            </a:xfrm>
            <a:custGeom>
              <a:avLst/>
              <a:gdLst/>
              <a:ahLst/>
              <a:cxnLst/>
              <a:rect l="0" t="0" r="r" b="b"/>
              <a:pathLst>
                <a:path w="1396998" h="1476374" fill="norm" stroke="1" extrusionOk="0">
                  <a:moveTo>
                    <a:pt x="0" y="0"/>
                  </a:moveTo>
                  <a:cubicBezTo>
                    <a:pt x="0" y="0"/>
                    <a:pt x="1080696" y="0"/>
                    <a:pt x="1080696" y="0"/>
                  </a:cubicBezTo>
                  <a:cubicBezTo>
                    <a:pt x="1080696" y="0"/>
                    <a:pt x="1396997" y="297693"/>
                    <a:pt x="1396997" y="297693"/>
                  </a:cubicBezTo>
                  <a:cubicBezTo>
                    <a:pt x="1396997" y="297693"/>
                    <a:pt x="1396997" y="1476373"/>
                    <a:pt x="1396997" y="1476373"/>
                  </a:cubicBezTo>
                  <a:cubicBezTo>
                    <a:pt x="1396997" y="1476373"/>
                    <a:pt x="0" y="1476373"/>
                    <a:pt x="0" y="1476373"/>
                  </a:cubicBezTo>
                  <a:cubicBezTo>
                    <a:pt x="0" y="1476373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38099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grpSp>
          <p:nvGrpSpPr>
            <p:cNvPr id="1926751451" name=""/>
            <p:cNvGrpSpPr/>
            <p:nvPr/>
          </p:nvGrpSpPr>
          <p:grpSpPr bwMode="auto">
            <a:xfrm rot="1546160" flipH="0" flipV="0">
              <a:off x="167784" y="0"/>
              <a:ext cx="1324882" cy="1400160"/>
              <a:chOff x="0" y="0"/>
              <a:chExt cx="1324882" cy="1400160"/>
            </a:xfrm>
          </p:grpSpPr>
          <p:grpSp>
            <p:nvGrpSpPr>
              <p:cNvPr id="1926163185" name=""/>
              <p:cNvGrpSpPr/>
              <p:nvPr/>
            </p:nvGrpSpPr>
            <p:grpSpPr bwMode="auto">
              <a:xfrm flipH="0" flipV="0">
                <a:off x="0" y="0"/>
                <a:ext cx="1324882" cy="1400160"/>
                <a:chOff x="0" y="0"/>
                <a:chExt cx="1324882" cy="1400160"/>
              </a:xfrm>
            </p:grpSpPr>
            <p:sp>
              <p:nvSpPr>
                <p:cNvPr id="2060291023" name=""/>
                <p:cNvSpPr/>
                <p:nvPr/>
              </p:nvSpPr>
              <p:spPr bwMode="auto">
                <a:xfrm>
                  <a:off x="0" y="0"/>
                  <a:ext cx="1324882" cy="140016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96999" h="1476375" fill="norm" stroke="1" extrusionOk="0">
                      <a:moveTo>
                        <a:pt x="0" y="0"/>
                      </a:moveTo>
                      <a:cubicBezTo>
                        <a:pt x="0" y="0"/>
                        <a:pt x="1080697" y="0"/>
                        <a:pt x="1080697" y="0"/>
                      </a:cubicBezTo>
                      <a:cubicBezTo>
                        <a:pt x="1080697" y="0"/>
                        <a:pt x="1396998" y="297694"/>
                        <a:pt x="1396998" y="297694"/>
                      </a:cubicBezTo>
                      <a:cubicBezTo>
                        <a:pt x="1396998" y="297694"/>
                        <a:pt x="1396998" y="1476374"/>
                        <a:pt x="1396998" y="1476374"/>
                      </a:cubicBezTo>
                      <a:cubicBezTo>
                        <a:pt x="1396998" y="1476374"/>
                        <a:pt x="0" y="1476374"/>
                        <a:pt x="0" y="1476374"/>
                      </a:cubicBezTo>
                      <a:cubicBezTo>
                        <a:pt x="0" y="1476374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D966"/>
                </a:solidFill>
                <a:ln w="38099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</p:sp>
            <p:sp>
              <p:nvSpPr>
                <p:cNvPr id="347035523" name=""/>
                <p:cNvSpPr/>
                <p:nvPr/>
              </p:nvSpPr>
              <p:spPr bwMode="auto">
                <a:xfrm rot="0" flipH="0" flipV="0">
                  <a:off x="1034901" y="39817"/>
                  <a:ext cx="256520" cy="24423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00" h="43200" fill="norm" stroke="1" extrusionOk="0">
                      <a:moveTo>
                        <a:pt x="0" y="43200"/>
                      </a:moveTo>
                      <a:lnTo>
                        <a:pt x="892" y="0"/>
                      </a:lnTo>
                      <a:lnTo>
                        <a:pt x="43200" y="40572"/>
                      </a:lnTo>
                      <a:lnTo>
                        <a:pt x="0" y="4320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38099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1904996338" name=""/>
              <p:cNvGrpSpPr/>
              <p:nvPr/>
            </p:nvGrpSpPr>
            <p:grpSpPr bwMode="auto">
              <a:xfrm rot="0" flipH="0" flipV="0">
                <a:off x="218856" y="246584"/>
                <a:ext cx="887161" cy="906985"/>
                <a:chOff x="0" y="0"/>
                <a:chExt cx="887161" cy="906985"/>
              </a:xfrm>
            </p:grpSpPr>
            <p:sp>
              <p:nvSpPr>
                <p:cNvPr id="437878292" name=""/>
                <p:cNvSpPr/>
                <p:nvPr/>
              </p:nvSpPr>
              <p:spPr bwMode="auto">
                <a:xfrm rot="0" flipH="0" flipV="0">
                  <a:off x="188267" y="64180"/>
                  <a:ext cx="62753" cy="6275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p>
                  <a:pPr>
                    <a:defRPr/>
                  </a:pPr>
                  <a:endParaRPr/>
                </a:p>
              </p:txBody>
            </p:sp>
            <p:sp>
              <p:nvSpPr>
                <p:cNvPr id="25344521" name=""/>
                <p:cNvSpPr/>
                <p:nvPr/>
              </p:nvSpPr>
              <p:spPr bwMode="auto">
                <a:xfrm rot="0" flipH="0" flipV="0">
                  <a:off x="251026" y="0"/>
                  <a:ext cx="385101" cy="64180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50919310" name=""/>
                <p:cNvSpPr/>
                <p:nvPr/>
              </p:nvSpPr>
              <p:spPr bwMode="auto">
                <a:xfrm rot="0" flipH="0" flipV="0">
                  <a:off x="636131" y="64180"/>
                  <a:ext cx="62753" cy="6275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02107986" name=""/>
                <p:cNvSpPr/>
                <p:nvPr/>
              </p:nvSpPr>
              <p:spPr bwMode="auto">
                <a:xfrm rot="0" flipH="0" flipV="0">
                  <a:off x="698888" y="126938"/>
                  <a:ext cx="62753" cy="6275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57886026" name=""/>
                <p:cNvSpPr/>
                <p:nvPr/>
              </p:nvSpPr>
              <p:spPr bwMode="auto">
                <a:xfrm rot="0" flipH="0" flipV="0">
                  <a:off x="125511" y="126938"/>
                  <a:ext cx="62753" cy="6275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74710316" name=""/>
                <p:cNvSpPr/>
                <p:nvPr/>
              </p:nvSpPr>
              <p:spPr bwMode="auto">
                <a:xfrm rot="0" flipH="0" flipV="0">
                  <a:off x="62753" y="189695"/>
                  <a:ext cx="62753" cy="142556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91554611" name=""/>
                <p:cNvSpPr/>
                <p:nvPr/>
              </p:nvSpPr>
              <p:spPr bwMode="auto">
                <a:xfrm rot="0" flipH="0" flipV="0">
                  <a:off x="761646" y="189695"/>
                  <a:ext cx="62753" cy="142556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08379132" name=""/>
                <p:cNvSpPr/>
                <p:nvPr/>
              </p:nvSpPr>
              <p:spPr bwMode="auto">
                <a:xfrm rot="0" flipH="0" flipV="0">
                  <a:off x="824403" y="332256"/>
                  <a:ext cx="62753" cy="24246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07205567" name=""/>
                <p:cNvSpPr/>
                <p:nvPr/>
              </p:nvSpPr>
              <p:spPr bwMode="auto">
                <a:xfrm rot="0" flipH="0" flipV="0">
                  <a:off x="0" y="332256"/>
                  <a:ext cx="62753" cy="242465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97423376" name=""/>
                <p:cNvSpPr/>
                <p:nvPr/>
              </p:nvSpPr>
              <p:spPr bwMode="auto">
                <a:xfrm rot="0" flipH="0" flipV="0">
                  <a:off x="62753" y="574725"/>
                  <a:ext cx="62753" cy="142556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43420753" name=""/>
                <p:cNvSpPr/>
                <p:nvPr/>
              </p:nvSpPr>
              <p:spPr bwMode="auto">
                <a:xfrm rot="0" flipH="0" flipV="0">
                  <a:off x="761646" y="574725"/>
                  <a:ext cx="62753" cy="142556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479273251" name=""/>
                <p:cNvSpPr/>
                <p:nvPr/>
              </p:nvSpPr>
              <p:spPr bwMode="auto">
                <a:xfrm rot="0" flipH="0" flipV="0">
                  <a:off x="698888" y="717285"/>
                  <a:ext cx="62753" cy="6275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24503195" name=""/>
                <p:cNvSpPr/>
                <p:nvPr/>
              </p:nvSpPr>
              <p:spPr bwMode="auto">
                <a:xfrm rot="0" flipH="0" flipV="0">
                  <a:off x="129542" y="717285"/>
                  <a:ext cx="62753" cy="6275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89746001" name=""/>
                <p:cNvSpPr/>
                <p:nvPr/>
              </p:nvSpPr>
              <p:spPr bwMode="auto">
                <a:xfrm rot="0" flipH="0" flipV="0">
                  <a:off x="573822" y="780043"/>
                  <a:ext cx="125062" cy="6275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26758707" name=""/>
                <p:cNvSpPr/>
                <p:nvPr/>
              </p:nvSpPr>
              <p:spPr bwMode="auto">
                <a:xfrm rot="0" flipH="0" flipV="0">
                  <a:off x="192303" y="780043"/>
                  <a:ext cx="125062" cy="6275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03454075" name=""/>
                <p:cNvSpPr/>
                <p:nvPr/>
              </p:nvSpPr>
              <p:spPr bwMode="auto">
                <a:xfrm rot="0" flipH="0" flipV="0">
                  <a:off x="317370" y="842802"/>
                  <a:ext cx="256449" cy="64180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598765340" name=""/>
                <p:cNvSpPr/>
                <p:nvPr/>
              </p:nvSpPr>
              <p:spPr bwMode="auto">
                <a:xfrm rot="0" flipH="0" flipV="0">
                  <a:off x="313785" y="262532"/>
                  <a:ext cx="62753" cy="19095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904909132" name=""/>
                <p:cNvSpPr/>
                <p:nvPr/>
              </p:nvSpPr>
              <p:spPr bwMode="auto">
                <a:xfrm rot="0" flipH="0" flipV="0">
                  <a:off x="510616" y="262532"/>
                  <a:ext cx="62753" cy="19095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31429139" name=""/>
                <p:cNvSpPr/>
                <p:nvPr/>
              </p:nvSpPr>
              <p:spPr bwMode="auto">
                <a:xfrm rot="0" flipH="0" flipV="0">
                  <a:off x="317370" y="585575"/>
                  <a:ext cx="256449" cy="64180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30408806" name=""/>
                <p:cNvSpPr/>
                <p:nvPr/>
              </p:nvSpPr>
              <p:spPr bwMode="auto">
                <a:xfrm rot="0" flipH="0" flipV="0">
                  <a:off x="254835" y="522819"/>
                  <a:ext cx="62753" cy="6275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88097068" name=""/>
                <p:cNvSpPr/>
                <p:nvPr/>
              </p:nvSpPr>
              <p:spPr bwMode="auto">
                <a:xfrm rot="0" flipH="0" flipV="0">
                  <a:off x="573373" y="522819"/>
                  <a:ext cx="62753" cy="6275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</p:grpSp>
      <p:sp>
        <p:nvSpPr>
          <p:cNvPr id="1349668875" name=""/>
          <p:cNvSpPr/>
          <p:nvPr/>
        </p:nvSpPr>
        <p:spPr bwMode="auto">
          <a:xfrm rot="0" flipH="0" flipV="0">
            <a:off x="4261357" y="0"/>
            <a:ext cx="371469" cy="523872"/>
          </a:xfrm>
          <a:prstGeom prst="parallelogram">
            <a:avLst>
              <a:gd name="adj" fmla="val 36110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solidFill>
          <a:schemeClr val="accent4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574716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tretch/>
        </p:blipFill>
        <p:spPr bwMode="auto">
          <a:xfrm>
            <a:off x="5410" y="0"/>
            <a:ext cx="12181169" cy="6858000"/>
          </a:xfrm>
          <a:prstGeom prst="rect">
            <a:avLst/>
          </a:prstGeom>
        </p:spPr>
      </p:pic>
      <p:sp>
        <p:nvSpPr>
          <p:cNvPr id="206826668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8" y="1825624"/>
            <a:ext cx="5181599" cy="4351338"/>
          </a:xfrm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23069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599" cy="4351338"/>
          </a:xfrm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050140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58209945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74318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grpSp>
        <p:nvGrpSpPr>
          <p:cNvPr id="1386776008" name=""/>
          <p:cNvGrpSpPr/>
          <p:nvPr/>
        </p:nvGrpSpPr>
        <p:grpSpPr bwMode="auto">
          <a:xfrm flipH="0" flipV="0">
            <a:off x="11302409" y="185507"/>
            <a:ext cx="511515" cy="511515"/>
            <a:chOff x="0" y="0"/>
            <a:chExt cx="511515" cy="511515"/>
          </a:xfrm>
        </p:grpSpPr>
        <p:sp>
          <p:nvSpPr>
            <p:cNvPr id="419880645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11684629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01089372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16250587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43829166" name=""/>
          <p:cNvGrpSpPr/>
          <p:nvPr/>
        </p:nvGrpSpPr>
        <p:grpSpPr bwMode="auto">
          <a:xfrm flipH="0" flipV="0">
            <a:off x="11309212" y="887544"/>
            <a:ext cx="511515" cy="511515"/>
            <a:chOff x="0" y="0"/>
            <a:chExt cx="511515" cy="511515"/>
          </a:xfrm>
        </p:grpSpPr>
        <p:sp>
          <p:nvSpPr>
            <p:cNvPr id="1441840041" name=""/>
            <p:cNvSpPr/>
            <p:nvPr/>
          </p:nvSpPr>
          <p:spPr bwMode="auto">
            <a:xfrm rot="0" flipH="0" flipV="0">
              <a:off x="0" y="170505"/>
              <a:ext cx="170505" cy="17050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78582762" name=""/>
            <p:cNvSpPr/>
            <p:nvPr/>
          </p:nvSpPr>
          <p:spPr bwMode="auto">
            <a:xfrm rot="0" flipH="0" flipV="0">
              <a:off x="170505" y="0"/>
              <a:ext cx="170505" cy="17050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6871952" name=""/>
            <p:cNvSpPr/>
            <p:nvPr/>
          </p:nvSpPr>
          <p:spPr bwMode="auto">
            <a:xfrm rot="0" flipH="0" flipV="0">
              <a:off x="341010" y="170505"/>
              <a:ext cx="170505" cy="17050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26206510" name=""/>
            <p:cNvSpPr/>
            <p:nvPr/>
          </p:nvSpPr>
          <p:spPr bwMode="auto">
            <a:xfrm rot="0" flipH="0" flipV="0">
              <a:off x="170505" y="341010"/>
              <a:ext cx="170505" cy="17050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479928991" name=""/>
          <p:cNvSpPr/>
          <p:nvPr/>
        </p:nvSpPr>
        <p:spPr bwMode="auto">
          <a:xfrm flipH="0" flipV="0">
            <a:off x="320271" y="1330954"/>
            <a:ext cx="2021683" cy="360365"/>
          </a:xfrm>
          <a:custGeom>
            <a:avLst/>
            <a:gdLst/>
            <a:ahLst/>
            <a:cxnLst/>
            <a:rect l="0" t="0" r="r" b="b"/>
            <a:pathLst>
              <a:path w="3529450" h="648420" fill="norm" stroke="1" extrusionOk="0">
                <a:moveTo>
                  <a:pt x="841871" y="33648"/>
                </a:moveTo>
                <a:cubicBezTo>
                  <a:pt x="867586" y="7934"/>
                  <a:pt x="902819" y="-3041"/>
                  <a:pt x="936659" y="720"/>
                </a:cubicBezTo>
                <a:cubicBezTo>
                  <a:pt x="970499" y="-3041"/>
                  <a:pt x="1005732" y="7934"/>
                  <a:pt x="1031446" y="33648"/>
                </a:cubicBezTo>
                <a:cubicBezTo>
                  <a:pt x="1031446" y="33648"/>
                  <a:pt x="1353773" y="355976"/>
                  <a:pt x="1353773" y="355976"/>
                </a:cubicBezTo>
                <a:cubicBezTo>
                  <a:pt x="1353773" y="355976"/>
                  <a:pt x="1676101" y="33648"/>
                  <a:pt x="1676101" y="33648"/>
                </a:cubicBezTo>
                <a:cubicBezTo>
                  <a:pt x="1720966" y="-11215"/>
                  <a:pt x="1794804" y="-11215"/>
                  <a:pt x="1839669" y="33648"/>
                </a:cubicBezTo>
                <a:cubicBezTo>
                  <a:pt x="1841711" y="35690"/>
                  <a:pt x="1843661" y="37793"/>
                  <a:pt x="1845518" y="39950"/>
                </a:cubicBezTo>
                <a:cubicBezTo>
                  <a:pt x="1848212" y="42188"/>
                  <a:pt x="1850825" y="44568"/>
                  <a:pt x="1853347" y="47090"/>
                </a:cubicBezTo>
                <a:cubicBezTo>
                  <a:pt x="1853347" y="47090"/>
                  <a:pt x="2175675" y="369418"/>
                  <a:pt x="2175675" y="369418"/>
                </a:cubicBezTo>
                <a:cubicBezTo>
                  <a:pt x="2175675" y="369418"/>
                  <a:pt x="2498002" y="47090"/>
                  <a:pt x="2498002" y="47090"/>
                </a:cubicBezTo>
                <a:cubicBezTo>
                  <a:pt x="2523717" y="21376"/>
                  <a:pt x="2558950" y="10400"/>
                  <a:pt x="2592790" y="14162"/>
                </a:cubicBezTo>
                <a:cubicBezTo>
                  <a:pt x="2626630" y="10400"/>
                  <a:pt x="2661863" y="21376"/>
                  <a:pt x="2687577" y="47090"/>
                </a:cubicBezTo>
                <a:cubicBezTo>
                  <a:pt x="2687577" y="47090"/>
                  <a:pt x="3009905" y="369418"/>
                  <a:pt x="3009905" y="369418"/>
                </a:cubicBezTo>
                <a:cubicBezTo>
                  <a:pt x="3009905" y="369418"/>
                  <a:pt x="3332232" y="47090"/>
                  <a:pt x="3332232" y="47090"/>
                </a:cubicBezTo>
                <a:cubicBezTo>
                  <a:pt x="3377097" y="2226"/>
                  <a:pt x="3450935" y="2226"/>
                  <a:pt x="3495800" y="47090"/>
                </a:cubicBezTo>
                <a:cubicBezTo>
                  <a:pt x="3540666" y="91956"/>
                  <a:pt x="3540666" y="165793"/>
                  <a:pt x="3495800" y="210659"/>
                </a:cubicBezTo>
                <a:cubicBezTo>
                  <a:pt x="3495799" y="210660"/>
                  <a:pt x="3091690" y="614769"/>
                  <a:pt x="3091689" y="614770"/>
                </a:cubicBezTo>
                <a:cubicBezTo>
                  <a:pt x="3046823" y="659636"/>
                  <a:pt x="2972986" y="659636"/>
                  <a:pt x="2928120" y="614770"/>
                </a:cubicBezTo>
                <a:cubicBezTo>
                  <a:pt x="2928120" y="614770"/>
                  <a:pt x="2592790" y="279440"/>
                  <a:pt x="2592790" y="279440"/>
                </a:cubicBezTo>
                <a:cubicBezTo>
                  <a:pt x="2477433" y="394797"/>
                  <a:pt x="2257460" y="614770"/>
                  <a:pt x="2257459" y="614770"/>
                </a:cubicBezTo>
                <a:cubicBezTo>
                  <a:pt x="2212593" y="659636"/>
                  <a:pt x="2138756" y="659636"/>
                  <a:pt x="2093890" y="614770"/>
                </a:cubicBezTo>
                <a:cubicBezTo>
                  <a:pt x="2093890" y="614770"/>
                  <a:pt x="1758002" y="278883"/>
                  <a:pt x="1758002" y="278883"/>
                </a:cubicBezTo>
                <a:cubicBezTo>
                  <a:pt x="1639937" y="396948"/>
                  <a:pt x="1435558" y="601327"/>
                  <a:pt x="1435558" y="601328"/>
                </a:cubicBezTo>
                <a:cubicBezTo>
                  <a:pt x="1390692" y="646194"/>
                  <a:pt x="1316855" y="646194"/>
                  <a:pt x="1271989" y="601328"/>
                </a:cubicBezTo>
                <a:cubicBezTo>
                  <a:pt x="1271989" y="601328"/>
                  <a:pt x="936659" y="265998"/>
                  <a:pt x="936659" y="265998"/>
                </a:cubicBezTo>
                <a:cubicBezTo>
                  <a:pt x="821302" y="381355"/>
                  <a:pt x="601329" y="601328"/>
                  <a:pt x="601328" y="601328"/>
                </a:cubicBezTo>
                <a:cubicBezTo>
                  <a:pt x="556462" y="646194"/>
                  <a:pt x="482625" y="646194"/>
                  <a:pt x="437759" y="601328"/>
                </a:cubicBezTo>
                <a:cubicBezTo>
                  <a:pt x="437759" y="601328"/>
                  <a:pt x="33647" y="197217"/>
                  <a:pt x="33647" y="197217"/>
                </a:cubicBezTo>
                <a:cubicBezTo>
                  <a:pt x="-11215" y="152351"/>
                  <a:pt x="-11215" y="78514"/>
                  <a:pt x="33647" y="33648"/>
                </a:cubicBezTo>
                <a:cubicBezTo>
                  <a:pt x="78513" y="-11215"/>
                  <a:pt x="152351" y="-11215"/>
                  <a:pt x="197216" y="33648"/>
                </a:cubicBezTo>
                <a:cubicBezTo>
                  <a:pt x="197216" y="33648"/>
                  <a:pt x="519544" y="355976"/>
                  <a:pt x="519544" y="355976"/>
                </a:cubicBezTo>
                <a:cubicBezTo>
                  <a:pt x="519544" y="355976"/>
                  <a:pt x="841871" y="33648"/>
                  <a:pt x="841871" y="33648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3109321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grpSp>
        <p:nvGrpSpPr>
          <p:cNvPr id="1013357911" name=""/>
          <p:cNvGrpSpPr/>
          <p:nvPr/>
        </p:nvGrpSpPr>
        <p:grpSpPr bwMode="auto">
          <a:xfrm rot="16199895" flipH="0" flipV="0">
            <a:off x="10653949" y="5481855"/>
            <a:ext cx="944716" cy="944716"/>
            <a:chOff x="0" y="0"/>
            <a:chExt cx="944716" cy="944716"/>
          </a:xfrm>
        </p:grpSpPr>
        <p:sp>
          <p:nvSpPr>
            <p:cNvPr id="1709351681" name=""/>
            <p:cNvSpPr/>
            <p:nvPr/>
          </p:nvSpPr>
          <p:spPr bwMode="auto">
            <a:xfrm rot="0" flipH="0" flipV="0">
              <a:off x="0" y="629806"/>
              <a:ext cx="314900" cy="31490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25403597" name=""/>
            <p:cNvSpPr/>
            <p:nvPr/>
          </p:nvSpPr>
          <p:spPr bwMode="auto">
            <a:xfrm rot="0" flipH="0" flipV="0">
              <a:off x="314904" y="314900"/>
              <a:ext cx="314900" cy="3149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1448070" name=""/>
            <p:cNvSpPr/>
            <p:nvPr/>
          </p:nvSpPr>
          <p:spPr bwMode="auto">
            <a:xfrm rot="0" flipH="0" flipV="0">
              <a:off x="629812" y="14"/>
              <a:ext cx="314900" cy="31490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solidFill>
          <a:schemeClr val="accent3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7632358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tretch/>
        </p:blipFill>
        <p:spPr bwMode="auto">
          <a:xfrm>
            <a:off x="5410" y="0"/>
            <a:ext cx="12181169" cy="6858000"/>
          </a:xfrm>
          <a:prstGeom prst="rect">
            <a:avLst/>
          </a:prstGeom>
        </p:spPr>
      </p:pic>
      <p:sp>
        <p:nvSpPr>
          <p:cNvPr id="1678674701" name="Title 1"/>
          <p:cNvSpPr>
            <a:spLocks noGrp="1"/>
          </p:cNvSpPr>
          <p:nvPr>
            <p:ph type="title"/>
          </p:nvPr>
        </p:nvSpPr>
        <p:spPr bwMode="auto">
          <a:xfrm>
            <a:off x="839787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01210904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682496"/>
            <a:ext cx="5157785" cy="823911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274317" tIns="45720" rIns="274317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3200" b="1"/>
            </a:lvl2pPr>
            <a:lvl3pPr marL="914400" indent="0">
              <a:buNone/>
              <a:defRPr sz="3200" b="1"/>
            </a:lvl3pPr>
            <a:lvl4pPr marL="1371600" indent="0">
              <a:buNone/>
              <a:defRPr sz="3200" b="1"/>
            </a:lvl4pPr>
            <a:lvl5pPr marL="1828800" indent="0">
              <a:buNone/>
              <a:defRPr sz="3200" b="1"/>
            </a:lvl5pPr>
            <a:lvl6pPr marL="2286000" indent="0">
              <a:buNone/>
              <a:defRPr sz="3200" b="1"/>
            </a:lvl6pPr>
            <a:lvl7pPr marL="2743200" indent="0">
              <a:buNone/>
              <a:defRPr sz="3200" b="1"/>
            </a:lvl7pPr>
            <a:lvl8pPr marL="3200400" indent="0">
              <a:buNone/>
              <a:defRPr sz="3200" b="1"/>
            </a:lvl8pPr>
            <a:lvl9pPr marL="3657600" indent="0">
              <a:buNone/>
              <a:defRPr sz="3200" b="1"/>
            </a:lvl9pPr>
          </a:lstStyle>
          <a:p>
            <a:pPr lvl="0">
              <a:defRPr/>
            </a:pPr>
            <a:r>
              <a:rPr/>
              <a:t>Click to edit Master </a:t>
            </a:r>
            <a:endParaRPr/>
          </a:p>
        </p:txBody>
      </p:sp>
      <p:sp>
        <p:nvSpPr>
          <p:cNvPr id="15831522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7" y="2505073"/>
            <a:ext cx="5157785" cy="3684587"/>
          </a:xfrm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28812799" name="Text Placeholder 4"/>
          <p:cNvSpPr>
            <a:spLocks noGrp="1"/>
          </p:cNvSpPr>
          <p:nvPr>
            <p:ph type="body" sz="quarter" idx="3"/>
          </p:nvPr>
        </p:nvSpPr>
        <p:spPr bwMode="auto">
          <a:xfrm rot="0" flipH="0" flipV="0">
            <a:off x="6172200" y="1682496"/>
            <a:ext cx="5183187" cy="823911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274317" tIns="45720" rIns="274317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3200" b="1"/>
            </a:lvl2pPr>
            <a:lvl3pPr marL="914400" indent="0">
              <a:buNone/>
              <a:defRPr sz="3200" b="1"/>
            </a:lvl3pPr>
            <a:lvl4pPr marL="1371600" indent="0">
              <a:buNone/>
              <a:defRPr sz="3200" b="1"/>
            </a:lvl4pPr>
            <a:lvl5pPr marL="1828800" indent="0">
              <a:buNone/>
              <a:defRPr sz="3200" b="1"/>
            </a:lvl5pPr>
            <a:lvl6pPr marL="2286000" indent="0">
              <a:buNone/>
              <a:defRPr sz="3200" b="1"/>
            </a:lvl6pPr>
            <a:lvl7pPr marL="2743200" indent="0">
              <a:buNone/>
              <a:defRPr sz="3200" b="1"/>
            </a:lvl7pPr>
            <a:lvl8pPr marL="3200400" indent="0">
              <a:buNone/>
              <a:defRPr sz="3200" b="1"/>
            </a:lvl8pPr>
            <a:lvl9pPr marL="3657600" indent="0">
              <a:buNone/>
              <a:defRPr sz="3200" b="1"/>
            </a:lvl9pPr>
          </a:lstStyle>
          <a:p>
            <a:pPr lvl="0">
              <a:defRPr/>
            </a:pPr>
            <a:r>
              <a:rPr/>
              <a:t>Click to edit Master </a:t>
            </a:r>
            <a:endParaRPr/>
          </a:p>
        </p:txBody>
      </p:sp>
      <p:sp>
        <p:nvSpPr>
          <p:cNvPr id="158097336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3"/>
            <a:ext cx="5183187" cy="3684587"/>
          </a:xfrm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1329737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08330437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668975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accent4">
            <a:lumMod val="60000"/>
            <a:lumOff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9155483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410" y="0"/>
            <a:ext cx="12181169" cy="6858000"/>
          </a:xfrm>
          <a:prstGeom prst="rect">
            <a:avLst/>
          </a:prstGeom>
        </p:spPr>
      </p:pic>
      <p:sp>
        <p:nvSpPr>
          <p:cNvPr id="78479019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9786" y="457200"/>
            <a:ext cx="3932235" cy="1779103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457200" tIns="45720" rIns="457200" bIns="45720" numCol="1" spcCol="0" rtlCol="0" fromWordArt="0" anchor="ctr" anchorCtr="0" forceAA="0" upright="0" compatLnSpc="0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  <a:lvl2pPr>
              <a:defRPr sz="4400">
                <a:solidFill>
                  <a:schemeClr val="bg1"/>
                </a:solidFill>
              </a:defRPr>
            </a:lvl2pPr>
            <a:lvl3pPr>
              <a:defRPr sz="4400">
                <a:solidFill>
                  <a:schemeClr val="bg1"/>
                </a:solidFill>
              </a:defRPr>
            </a:lvl3pPr>
            <a:lvl4pPr>
              <a:defRPr sz="4400">
                <a:solidFill>
                  <a:schemeClr val="bg1"/>
                </a:solidFill>
              </a:defRPr>
            </a:lvl4pPr>
            <a:lvl5pPr>
              <a:defRPr sz="4400">
                <a:solidFill>
                  <a:schemeClr val="bg1"/>
                </a:solidFill>
              </a:defRPr>
            </a:lvl5pPr>
            <a:lvl6pPr>
              <a:defRPr sz="4400">
                <a:solidFill>
                  <a:schemeClr val="bg1"/>
                </a:solidFill>
              </a:defRPr>
            </a:lvl6pPr>
            <a:lvl7pPr>
              <a:defRPr sz="4400">
                <a:solidFill>
                  <a:schemeClr val="bg1"/>
                </a:solidFill>
              </a:defRPr>
            </a:lvl7pPr>
            <a:lvl8pPr>
              <a:defRPr sz="4400">
                <a:solidFill>
                  <a:schemeClr val="bg1"/>
                </a:solidFill>
              </a:defRPr>
            </a:lvl8pPr>
            <a:lvl9pPr>
              <a:defRPr sz="4400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/>
              <a:t>CLICK TO EDIT </a:t>
            </a:r>
            <a:endParaRPr/>
          </a:p>
        </p:txBody>
      </p:sp>
      <p:sp>
        <p:nvSpPr>
          <p:cNvPr id="453943118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6" y="457198"/>
            <a:ext cx="6172200" cy="5403847"/>
          </a:xfrm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2007002218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839786" y="2650433"/>
            <a:ext cx="3932235" cy="3218553"/>
          </a:xfrm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62805542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3012317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27138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14700212" name=""/>
          <p:cNvGrpSpPr/>
          <p:nvPr/>
        </p:nvGrpSpPr>
        <p:grpSpPr bwMode="auto">
          <a:xfrm rot="5399942" flipH="0" flipV="0">
            <a:off x="7934769" y="2600716"/>
            <a:ext cx="1169966" cy="7344468"/>
            <a:chOff x="0" y="0"/>
            <a:chExt cx="1169966" cy="7344468"/>
          </a:xfrm>
        </p:grpSpPr>
        <p:sp>
          <p:nvSpPr>
            <p:cNvPr id="581045468" name=""/>
            <p:cNvSpPr/>
            <p:nvPr/>
          </p:nvSpPr>
          <p:spPr bwMode="auto">
            <a:xfrm rot="0" flipH="0" flipV="0">
              <a:off x="0" y="2448144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5591698" name=""/>
            <p:cNvSpPr/>
            <p:nvPr/>
          </p:nvSpPr>
          <p:spPr bwMode="auto">
            <a:xfrm rot="0" flipH="0" flipV="0">
              <a:off x="389988" y="0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03715675" name=""/>
            <p:cNvSpPr/>
            <p:nvPr/>
          </p:nvSpPr>
          <p:spPr bwMode="auto">
            <a:xfrm rot="0" flipH="0" flipV="0">
              <a:off x="779976" y="2448144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91339571" name=""/>
            <p:cNvSpPr/>
            <p:nvPr/>
          </p:nvSpPr>
          <p:spPr bwMode="auto">
            <a:xfrm rot="0" flipH="0" flipV="0">
              <a:off x="389988" y="4896306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214128543" name=""/>
          <p:cNvGrpSpPr/>
          <p:nvPr/>
        </p:nvGrpSpPr>
        <p:grpSpPr bwMode="auto">
          <a:xfrm rot="5399942" flipH="0" flipV="0">
            <a:off x="3087259" y="-3087186"/>
            <a:ext cx="1169966" cy="7344468"/>
            <a:chOff x="0" y="0"/>
            <a:chExt cx="1169966" cy="7344468"/>
          </a:xfrm>
        </p:grpSpPr>
        <p:sp>
          <p:nvSpPr>
            <p:cNvPr id="1528068991" name=""/>
            <p:cNvSpPr/>
            <p:nvPr/>
          </p:nvSpPr>
          <p:spPr bwMode="auto">
            <a:xfrm rot="0" flipH="0" flipV="0">
              <a:off x="0" y="2448144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56441134" name=""/>
            <p:cNvSpPr/>
            <p:nvPr/>
          </p:nvSpPr>
          <p:spPr bwMode="auto">
            <a:xfrm rot="0" flipH="0" flipV="0">
              <a:off x="389988" y="0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3793271" name=""/>
            <p:cNvSpPr/>
            <p:nvPr/>
          </p:nvSpPr>
          <p:spPr bwMode="auto">
            <a:xfrm rot="0" flipH="0" flipV="0">
              <a:off x="779976" y="2448144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26111015" name=""/>
            <p:cNvSpPr/>
            <p:nvPr/>
          </p:nvSpPr>
          <p:spPr bwMode="auto">
            <a:xfrm rot="0" flipH="0" flipV="0">
              <a:off x="389988" y="4896306"/>
              <a:ext cx="389988" cy="244814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378655354" name=""/>
          <p:cNvSpPr/>
          <p:nvPr/>
        </p:nvSpPr>
        <p:spPr bwMode="auto">
          <a:xfrm rot="4626829" flipH="1" flipV="0">
            <a:off x="2131922" y="4900612"/>
            <a:ext cx="975312" cy="1063863"/>
          </a:xfrm>
          <a:custGeom>
            <a:avLst/>
            <a:gdLst/>
            <a:ahLst/>
            <a:cxnLst/>
            <a:rect l="0" t="0" r="r" b="b"/>
            <a:pathLst>
              <a:path w="1302800" h="1421080" fill="norm" stroke="1" extrusionOk="0">
                <a:moveTo>
                  <a:pt x="1030670" y="936081"/>
                </a:moveTo>
                <a:cubicBezTo>
                  <a:pt x="1076805" y="899784"/>
                  <a:pt x="1170385" y="940607"/>
                  <a:pt x="1237972" y="1026514"/>
                </a:cubicBezTo>
                <a:cubicBezTo>
                  <a:pt x="1305560" y="1112421"/>
                  <a:pt x="1323212" y="1212980"/>
                  <a:pt x="1277077" y="1249277"/>
                </a:cubicBezTo>
                <a:cubicBezTo>
                  <a:pt x="1272677" y="1252739"/>
                  <a:pt x="1267845" y="1255499"/>
                  <a:pt x="1262645" y="1257585"/>
                </a:cubicBezTo>
                <a:cubicBezTo>
                  <a:pt x="1262645" y="1257585"/>
                  <a:pt x="1264125" y="1259467"/>
                  <a:pt x="1264125" y="1259467"/>
                </a:cubicBezTo>
                <a:cubicBezTo>
                  <a:pt x="925324" y="1520086"/>
                  <a:pt x="431784" y="1459159"/>
                  <a:pt x="166873" y="1122442"/>
                </a:cubicBezTo>
                <a:cubicBezTo>
                  <a:pt x="-98039" y="785724"/>
                  <a:pt x="-41100" y="291708"/>
                  <a:pt x="291934" y="23762"/>
                </a:cubicBezTo>
                <a:cubicBezTo>
                  <a:pt x="291934" y="23762"/>
                  <a:pt x="293172" y="25335"/>
                  <a:pt x="293172" y="25335"/>
                </a:cubicBezTo>
                <a:cubicBezTo>
                  <a:pt x="296424" y="20772"/>
                  <a:pt x="300244" y="16726"/>
                  <a:pt x="304644" y="13264"/>
                </a:cubicBezTo>
                <a:cubicBezTo>
                  <a:pt x="350779" y="-23032"/>
                  <a:pt x="444359" y="17790"/>
                  <a:pt x="511946" y="103697"/>
                </a:cubicBezTo>
                <a:cubicBezTo>
                  <a:pt x="579534" y="189604"/>
                  <a:pt x="597186" y="290163"/>
                  <a:pt x="551051" y="326460"/>
                </a:cubicBezTo>
                <a:cubicBezTo>
                  <a:pt x="544807" y="331372"/>
                  <a:pt x="537693" y="334872"/>
                  <a:pt x="529893" y="337039"/>
                </a:cubicBezTo>
                <a:cubicBezTo>
                  <a:pt x="370900" y="472471"/>
                  <a:pt x="345634" y="713911"/>
                  <a:pt x="475817" y="879380"/>
                </a:cubicBezTo>
                <a:cubicBezTo>
                  <a:pt x="605823" y="1044626"/>
                  <a:pt x="845959" y="1077028"/>
                  <a:pt x="1014971" y="954953"/>
                </a:cubicBezTo>
                <a:cubicBezTo>
                  <a:pt x="1018972" y="947541"/>
                  <a:pt x="1024192" y="941177"/>
                  <a:pt x="1030670" y="936081"/>
                </a:cubicBezTo>
                <a:close/>
              </a:path>
            </a:pathLst>
          </a:custGeom>
          <a:solidFill>
            <a:schemeClr val="accent1">
              <a:lumMod val="50000"/>
              <a:alpha val="30000"/>
            </a:schemeClr>
          </a:solidFill>
          <a:ln w="38099" cap="flat" cmpd="sng" algn="ctr">
            <a:noFill/>
            <a:prstDash val="solid"/>
            <a:miter lim="800000"/>
          </a:ln>
          <a:effectLst/>
        </p:spPr>
        <p:txBody>
          <a:bodyPr/>
          <a:p>
            <a:pPr>
              <a:defRPr/>
            </a:pPr>
            <a:endParaRPr/>
          </a:p>
        </p:txBody>
      </p:sp>
      <p:pic>
        <p:nvPicPr>
          <p:cNvPr id="1573913031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413" y="0"/>
            <a:ext cx="12181168" cy="6858000"/>
          </a:xfrm>
          <a:prstGeom prst="rect">
            <a:avLst/>
          </a:prstGeom>
        </p:spPr>
      </p:pic>
      <p:grpSp>
        <p:nvGrpSpPr>
          <p:cNvPr id="103017268" name=""/>
          <p:cNvGrpSpPr/>
          <p:nvPr/>
        </p:nvGrpSpPr>
        <p:grpSpPr bwMode="auto">
          <a:xfrm>
            <a:off x="838197" y="1129701"/>
            <a:ext cx="10518646" cy="4110795"/>
            <a:chOff x="0" y="0"/>
            <a:chExt cx="10518646" cy="4110795"/>
          </a:xfrm>
        </p:grpSpPr>
        <p:sp>
          <p:nvSpPr>
            <p:cNvPr id="433955472" name=""/>
            <p:cNvSpPr/>
            <p:nvPr/>
          </p:nvSpPr>
          <p:spPr bwMode="auto">
            <a:xfrm flipH="0" flipV="0">
              <a:off x="0" y="0"/>
              <a:ext cx="10518646" cy="4110795"/>
            </a:xfrm>
            <a:prstGeom prst="rect">
              <a:avLst/>
            </a:prstGeom>
            <a:solidFill>
              <a:schemeClr val="bg1">
                <a:alpha val="99999"/>
              </a:schemeClr>
            </a:solidFill>
            <a:ln w="38099" cap="flat" cmpd="sng" algn="ctr">
              <a:solidFill>
                <a:schemeClr val="bg2">
                  <a:lumMod val="25098"/>
                </a:schemeClr>
              </a:solidFill>
              <a:prstDash val="solid"/>
              <a:miter lim="800000"/>
            </a:ln>
            <a:effectLst>
              <a:outerShdw blurRad="50800" dist="101600" dir="8100000" sx="100000" sy="100000" algn="tr" rotWithShape="0">
                <a:schemeClr val="accent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grpSp>
          <p:nvGrpSpPr>
            <p:cNvPr id="1195434146" name=""/>
            <p:cNvGrpSpPr/>
            <p:nvPr/>
          </p:nvGrpSpPr>
          <p:grpSpPr bwMode="auto">
            <a:xfrm>
              <a:off x="3046" y="5652"/>
              <a:ext cx="10512549" cy="556137"/>
              <a:chOff x="0" y="0"/>
              <a:chExt cx="10512549" cy="556137"/>
            </a:xfrm>
          </p:grpSpPr>
          <p:sp>
            <p:nvSpPr>
              <p:cNvPr id="285881840" name=""/>
              <p:cNvSpPr/>
              <p:nvPr/>
            </p:nvSpPr>
            <p:spPr bwMode="auto">
              <a:xfrm flipH="0" flipV="0">
                <a:off x="0" y="0"/>
                <a:ext cx="10512549" cy="556137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alpha val="71000"/>
                    </a:schemeClr>
                  </a:gs>
                  <a:gs pos="100000">
                    <a:srgbClr val="FFD966">
                      <a:alpha val="71000"/>
                    </a:srgbClr>
                  </a:gs>
                </a:gsLst>
                <a:lin ang="0" scaled="1"/>
              </a:gradFill>
              <a:ln w="38099" cap="flat" cmpd="sng" algn="ctr">
                <a:solidFill>
                  <a:schemeClr val="bg2">
                    <a:lumMod val="25098"/>
                  </a:schemeClr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p>
                <a:pPr>
                  <a:defRPr/>
                </a:pPr>
                <a:endParaRPr/>
              </a:p>
            </p:txBody>
          </p:sp>
          <p:grpSp>
            <p:nvGrpSpPr>
              <p:cNvPr id="1256511127" name=""/>
              <p:cNvGrpSpPr/>
              <p:nvPr/>
            </p:nvGrpSpPr>
            <p:grpSpPr bwMode="auto">
              <a:xfrm>
                <a:off x="10015834" y="114653"/>
                <a:ext cx="326819" cy="326819"/>
                <a:chOff x="0" y="0"/>
                <a:chExt cx="326819" cy="326819"/>
              </a:xfrm>
            </p:grpSpPr>
            <p:sp>
              <p:nvSpPr>
                <p:cNvPr id="1162605322" name=""/>
                <p:cNvSpPr/>
                <p:nvPr/>
              </p:nvSpPr>
              <p:spPr bwMode="auto">
                <a:xfrm rot="0" flipH="0" flipV="0">
                  <a:off x="0" y="0"/>
                  <a:ext cx="326819" cy="326819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grpSp>
              <p:nvGrpSpPr>
                <p:cNvPr id="1591246831" name=""/>
                <p:cNvGrpSpPr/>
                <p:nvPr/>
              </p:nvGrpSpPr>
              <p:grpSpPr bwMode="auto">
                <a:xfrm>
                  <a:off x="30719" y="30719"/>
                  <a:ext cx="265374" cy="265374"/>
                  <a:chOff x="0" y="0"/>
                  <a:chExt cx="265374" cy="265374"/>
                </a:xfrm>
              </p:grpSpPr>
              <p:cxnSp>
                <p:nvCxnSpPr>
                  <p:cNvPr id="217458109" name=""/>
                  <p:cNvCxnSpPr/>
                  <p:nvPr/>
                </p:nvCxnSpPr>
                <p:spPr bwMode="auto">
                  <a:xfrm rot="2699937" flipH="0" flipV="0">
                    <a:off x="0" y="138188"/>
                    <a:ext cx="26537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tx2">
                        <a:lumMod val="50196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23245973" name=""/>
                  <p:cNvCxnSpPr/>
                  <p:nvPr/>
                </p:nvCxnSpPr>
                <p:spPr bwMode="auto">
                  <a:xfrm rot="8099947" flipH="0" flipV="0">
                    <a:off x="0" y="132687"/>
                    <a:ext cx="265374" cy="0"/>
                  </a:xfrm>
                  <a:prstGeom prst="line">
                    <a:avLst/>
                  </a:prstGeom>
                  <a:ln w="28575" cap="flat" cmpd="sng" algn="ctr">
                    <a:solidFill>
                      <a:schemeClr val="tx2">
                        <a:lumMod val="50196"/>
                      </a:schemeClr>
                    </a:solidFill>
                    <a:prstDash val="solid"/>
                    <a:miter lim="800000"/>
                  </a:ln>
                </p:spPr>
                <p:style>
                  <a:lnRef idx="1">
                    <a:schemeClr val="accent1">
                      <a:shade val="50000"/>
                    </a:schemeClr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14574694" name=""/>
              <p:cNvGrpSpPr/>
              <p:nvPr/>
            </p:nvGrpSpPr>
            <p:grpSpPr bwMode="auto">
              <a:xfrm>
                <a:off x="9538602" y="114653"/>
                <a:ext cx="326819" cy="326819"/>
                <a:chOff x="0" y="0"/>
                <a:chExt cx="326819" cy="326819"/>
              </a:xfrm>
            </p:grpSpPr>
            <p:sp>
              <p:nvSpPr>
                <p:cNvPr id="555783869" name=""/>
                <p:cNvSpPr/>
                <p:nvPr/>
              </p:nvSpPr>
              <p:spPr bwMode="auto">
                <a:xfrm rot="0" flipH="0" flipV="0">
                  <a:off x="0" y="0"/>
                  <a:ext cx="326819" cy="326819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98258175" name=""/>
                <p:cNvSpPr/>
                <p:nvPr/>
              </p:nvSpPr>
              <p:spPr bwMode="auto">
                <a:xfrm rot="0" flipH="0" flipV="0">
                  <a:off x="43022" y="43022"/>
                  <a:ext cx="240768" cy="240768"/>
                </a:xfrm>
                <a:prstGeom prst="rect">
                  <a:avLst/>
                </a:prstGeom>
                <a:noFill/>
                <a:ln w="28575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2143380009" name=""/>
              <p:cNvGrpSpPr/>
              <p:nvPr/>
            </p:nvGrpSpPr>
            <p:grpSpPr bwMode="auto">
              <a:xfrm>
                <a:off x="9061372" y="114653"/>
                <a:ext cx="326819" cy="326819"/>
                <a:chOff x="0" y="0"/>
                <a:chExt cx="326819" cy="326819"/>
              </a:xfrm>
            </p:grpSpPr>
            <p:sp>
              <p:nvSpPr>
                <p:cNvPr id="117276588" name=""/>
                <p:cNvSpPr/>
                <p:nvPr/>
              </p:nvSpPr>
              <p:spPr bwMode="auto">
                <a:xfrm rot="0" flipH="0" flipV="0">
                  <a:off x="0" y="0"/>
                  <a:ext cx="326819" cy="326819"/>
                </a:xfrm>
                <a:prstGeom prst="rect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cxnSp>
              <p:nvCxnSpPr>
                <p:cNvPr id="1563059760" name=""/>
                <p:cNvCxnSpPr/>
                <p:nvPr/>
              </p:nvCxnSpPr>
              <p:spPr bwMode="auto">
                <a:xfrm flipH="0" flipV="0">
                  <a:off x="30719" y="260506"/>
                  <a:ext cx="265374" cy="0"/>
                </a:xfrm>
                <a:prstGeom prst="line">
                  <a:avLst/>
                </a:prstGeom>
                <a:ln w="28575" cap="flat" cmpd="sng" algn="ctr">
                  <a:solidFill>
                    <a:schemeClr val="tx2">
                      <a:lumMod val="50196"/>
                    </a:schemeClr>
                  </a:solidFill>
                  <a:prstDash val="solid"/>
                  <a:miter lim="800000"/>
                </a:ln>
              </p:spPr>
              <p:style>
                <a:lnRef idx="1">
                  <a:schemeClr val="accent1">
                    <a:shade val="50000"/>
                  </a:schemeClr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7106827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41246" y="1691321"/>
            <a:ext cx="10515600" cy="3509325"/>
          </a:xfrm>
        </p:spPr>
        <p:txBody>
          <a:bodyPr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  <a:lvl6pPr>
              <a:defRPr b="1"/>
            </a:lvl6pPr>
            <a:lvl7pPr>
              <a:defRPr b="1"/>
            </a:lvl7pPr>
            <a:lvl8pPr>
              <a:defRPr b="1"/>
            </a:lvl8pPr>
            <a:lvl9pPr>
              <a:defRPr b="1"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7503946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78408179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477122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grpSp>
        <p:nvGrpSpPr>
          <p:cNvPr id="2069033209" name=""/>
          <p:cNvGrpSpPr/>
          <p:nvPr/>
        </p:nvGrpSpPr>
        <p:grpSpPr bwMode="auto">
          <a:xfrm>
            <a:off x="10379937" y="316381"/>
            <a:ext cx="724851" cy="693504"/>
            <a:chOff x="0" y="0"/>
            <a:chExt cx="724851" cy="693504"/>
          </a:xfrm>
        </p:grpSpPr>
        <p:sp>
          <p:nvSpPr>
            <p:cNvPr id="2033808782" name=""/>
            <p:cNvSpPr/>
            <p:nvPr/>
          </p:nvSpPr>
          <p:spPr bwMode="auto">
            <a:xfrm rot="1070858" flipH="0" flipV="0">
              <a:off x="183886" y="198414"/>
              <a:ext cx="540956" cy="495090"/>
            </a:xfrm>
            <a:custGeom>
              <a:avLst/>
              <a:gdLst/>
              <a:ahLst/>
              <a:cxnLst/>
              <a:rect l="0" t="0" r="r" b="b"/>
              <a:pathLst>
                <a:path w="855842" h="783279" fill="norm" stroke="1" extrusionOk="0">
                  <a:moveTo>
                    <a:pt x="480059" y="783279"/>
                  </a:moveTo>
                  <a:cubicBezTo>
                    <a:pt x="480059" y="783279"/>
                    <a:pt x="411479" y="783279"/>
                    <a:pt x="411479" y="783279"/>
                  </a:cubicBezTo>
                  <a:cubicBezTo>
                    <a:pt x="411479" y="783279"/>
                    <a:pt x="411479" y="714700"/>
                    <a:pt x="411479" y="714700"/>
                  </a:cubicBezTo>
                  <a:cubicBezTo>
                    <a:pt x="411479" y="714700"/>
                    <a:pt x="342899" y="714700"/>
                    <a:pt x="342899" y="714700"/>
                  </a:cubicBezTo>
                  <a:cubicBezTo>
                    <a:pt x="342899" y="714700"/>
                    <a:pt x="342899" y="680409"/>
                    <a:pt x="342899" y="680409"/>
                  </a:cubicBezTo>
                  <a:cubicBezTo>
                    <a:pt x="342899" y="680409"/>
                    <a:pt x="274316" y="680409"/>
                    <a:pt x="274316" y="680409"/>
                  </a:cubicBezTo>
                  <a:cubicBezTo>
                    <a:pt x="274316" y="680409"/>
                    <a:pt x="274316" y="577540"/>
                    <a:pt x="274316" y="577540"/>
                  </a:cubicBezTo>
                  <a:cubicBezTo>
                    <a:pt x="274316" y="577540"/>
                    <a:pt x="205740" y="577540"/>
                    <a:pt x="205740" y="577540"/>
                  </a:cubicBezTo>
                  <a:cubicBezTo>
                    <a:pt x="205740" y="577540"/>
                    <a:pt x="205738" y="543250"/>
                    <a:pt x="205738" y="543250"/>
                  </a:cubicBezTo>
                  <a:cubicBezTo>
                    <a:pt x="205738" y="543250"/>
                    <a:pt x="133852" y="543250"/>
                    <a:pt x="133852" y="543250"/>
                  </a:cubicBezTo>
                  <a:cubicBezTo>
                    <a:pt x="133852" y="543250"/>
                    <a:pt x="133852" y="440379"/>
                    <a:pt x="133852" y="440379"/>
                  </a:cubicBezTo>
                  <a:cubicBezTo>
                    <a:pt x="133852" y="440379"/>
                    <a:pt x="68580" y="440379"/>
                    <a:pt x="68580" y="440379"/>
                  </a:cubicBezTo>
                  <a:cubicBezTo>
                    <a:pt x="68580" y="440379"/>
                    <a:pt x="68580" y="371797"/>
                    <a:pt x="68580" y="371797"/>
                  </a:cubicBezTo>
                  <a:cubicBezTo>
                    <a:pt x="68580" y="371797"/>
                    <a:pt x="0" y="371797"/>
                    <a:pt x="0" y="371797"/>
                  </a:cubicBezTo>
                  <a:cubicBezTo>
                    <a:pt x="0" y="371797"/>
                    <a:pt x="0" y="57322"/>
                    <a:pt x="0" y="57322"/>
                  </a:cubicBezTo>
                  <a:cubicBezTo>
                    <a:pt x="0" y="57322"/>
                    <a:pt x="68580" y="57322"/>
                    <a:pt x="68580" y="57322"/>
                  </a:cubicBezTo>
                  <a:cubicBezTo>
                    <a:pt x="68580" y="57322"/>
                    <a:pt x="68580" y="0"/>
                    <a:pt x="68580" y="0"/>
                  </a:cubicBezTo>
                  <a:cubicBezTo>
                    <a:pt x="68580" y="0"/>
                    <a:pt x="257051" y="0"/>
                    <a:pt x="257051" y="0"/>
                  </a:cubicBezTo>
                  <a:cubicBezTo>
                    <a:pt x="257051" y="0"/>
                    <a:pt x="257051" y="57322"/>
                    <a:pt x="257051" y="57322"/>
                  </a:cubicBezTo>
                  <a:cubicBezTo>
                    <a:pt x="257051" y="57322"/>
                    <a:pt x="325050" y="57322"/>
                    <a:pt x="325050" y="57322"/>
                  </a:cubicBezTo>
                  <a:cubicBezTo>
                    <a:pt x="325050" y="57322"/>
                    <a:pt x="325050" y="192833"/>
                    <a:pt x="325050" y="192833"/>
                  </a:cubicBezTo>
                  <a:cubicBezTo>
                    <a:pt x="325050" y="192833"/>
                    <a:pt x="393631" y="192833"/>
                    <a:pt x="393631" y="192833"/>
                  </a:cubicBezTo>
                  <a:cubicBezTo>
                    <a:pt x="393631" y="192833"/>
                    <a:pt x="393631" y="256788"/>
                    <a:pt x="393631" y="256788"/>
                  </a:cubicBezTo>
                  <a:cubicBezTo>
                    <a:pt x="393631" y="256788"/>
                    <a:pt x="462211" y="256788"/>
                    <a:pt x="462211" y="256788"/>
                  </a:cubicBezTo>
                  <a:cubicBezTo>
                    <a:pt x="462211" y="256788"/>
                    <a:pt x="462211" y="192833"/>
                    <a:pt x="462211" y="192833"/>
                  </a:cubicBezTo>
                  <a:cubicBezTo>
                    <a:pt x="462211" y="192833"/>
                    <a:pt x="530791" y="192833"/>
                    <a:pt x="530791" y="192833"/>
                  </a:cubicBezTo>
                  <a:cubicBezTo>
                    <a:pt x="530791" y="192833"/>
                    <a:pt x="530791" y="68580"/>
                    <a:pt x="530791" y="68580"/>
                  </a:cubicBezTo>
                  <a:cubicBezTo>
                    <a:pt x="530791" y="68580"/>
                    <a:pt x="599372" y="68580"/>
                    <a:pt x="599372" y="68580"/>
                  </a:cubicBezTo>
                  <a:cubicBezTo>
                    <a:pt x="599372" y="68580"/>
                    <a:pt x="599372" y="0"/>
                    <a:pt x="599372" y="0"/>
                  </a:cubicBezTo>
                  <a:cubicBezTo>
                    <a:pt x="599372" y="0"/>
                    <a:pt x="787843" y="0"/>
                    <a:pt x="787843" y="0"/>
                  </a:cubicBezTo>
                  <a:cubicBezTo>
                    <a:pt x="787843" y="0"/>
                    <a:pt x="787844" y="68579"/>
                    <a:pt x="787844" y="68579"/>
                  </a:cubicBezTo>
                  <a:cubicBezTo>
                    <a:pt x="787844" y="68579"/>
                    <a:pt x="855842" y="68580"/>
                    <a:pt x="855842" y="68580"/>
                  </a:cubicBezTo>
                  <a:cubicBezTo>
                    <a:pt x="855842" y="68580"/>
                    <a:pt x="855842" y="383055"/>
                    <a:pt x="855842" y="383055"/>
                  </a:cubicBezTo>
                  <a:cubicBezTo>
                    <a:pt x="855842" y="383055"/>
                    <a:pt x="793884" y="383055"/>
                    <a:pt x="793884" y="383055"/>
                  </a:cubicBezTo>
                  <a:cubicBezTo>
                    <a:pt x="793884" y="383055"/>
                    <a:pt x="793884" y="440379"/>
                    <a:pt x="793884" y="440379"/>
                  </a:cubicBezTo>
                  <a:cubicBezTo>
                    <a:pt x="793884" y="440379"/>
                    <a:pt x="725304" y="440379"/>
                    <a:pt x="725304" y="440379"/>
                  </a:cubicBezTo>
                  <a:cubicBezTo>
                    <a:pt x="725304" y="440379"/>
                    <a:pt x="725304" y="543250"/>
                    <a:pt x="725304" y="543250"/>
                  </a:cubicBezTo>
                  <a:cubicBezTo>
                    <a:pt x="725304" y="543250"/>
                    <a:pt x="667193" y="543250"/>
                    <a:pt x="667193" y="543250"/>
                  </a:cubicBezTo>
                  <a:cubicBezTo>
                    <a:pt x="667193" y="543250"/>
                    <a:pt x="667193" y="577540"/>
                    <a:pt x="667193" y="577540"/>
                  </a:cubicBezTo>
                  <a:cubicBezTo>
                    <a:pt x="667193" y="577540"/>
                    <a:pt x="609388" y="577540"/>
                    <a:pt x="609388" y="577540"/>
                  </a:cubicBezTo>
                  <a:cubicBezTo>
                    <a:pt x="609388" y="577540"/>
                    <a:pt x="609388" y="646120"/>
                    <a:pt x="609388" y="646120"/>
                  </a:cubicBezTo>
                  <a:cubicBezTo>
                    <a:pt x="609388" y="646120"/>
                    <a:pt x="582929" y="646120"/>
                    <a:pt x="582929" y="646120"/>
                  </a:cubicBezTo>
                  <a:cubicBezTo>
                    <a:pt x="582929" y="646120"/>
                    <a:pt x="582929" y="680409"/>
                    <a:pt x="582929" y="680409"/>
                  </a:cubicBezTo>
                  <a:cubicBezTo>
                    <a:pt x="582929" y="680409"/>
                    <a:pt x="548639" y="680409"/>
                    <a:pt x="548639" y="680409"/>
                  </a:cubicBezTo>
                  <a:cubicBezTo>
                    <a:pt x="548639" y="680409"/>
                    <a:pt x="548639" y="714700"/>
                    <a:pt x="548639" y="714700"/>
                  </a:cubicBezTo>
                  <a:cubicBezTo>
                    <a:pt x="548639" y="714700"/>
                    <a:pt x="480059" y="714700"/>
                    <a:pt x="480059" y="714700"/>
                  </a:cubicBezTo>
                  <a:cubicBezTo>
                    <a:pt x="480059" y="714700"/>
                    <a:pt x="480059" y="783279"/>
                    <a:pt x="480059" y="783279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  <p:grpSp>
          <p:nvGrpSpPr>
            <p:cNvPr id="733457841" name=""/>
            <p:cNvGrpSpPr/>
            <p:nvPr/>
          </p:nvGrpSpPr>
          <p:grpSpPr bwMode="auto">
            <a:xfrm rot="663277" flipH="0" flipV="0">
              <a:off x="0" y="0"/>
              <a:ext cx="628022" cy="581787"/>
              <a:chOff x="0" y="0"/>
              <a:chExt cx="628022" cy="581787"/>
            </a:xfrm>
          </p:grpSpPr>
          <p:sp>
            <p:nvSpPr>
              <p:cNvPr id="1288614908" name=""/>
              <p:cNvSpPr/>
              <p:nvPr/>
            </p:nvSpPr>
            <p:spPr bwMode="auto">
              <a:xfrm>
                <a:off x="43344" y="43344"/>
                <a:ext cx="540956" cy="495090"/>
              </a:xfrm>
              <a:custGeom>
                <a:avLst/>
                <a:gdLst/>
                <a:ahLst/>
                <a:cxnLst/>
                <a:rect l="0" t="0" r="r" b="b"/>
                <a:pathLst>
                  <a:path w="855842" h="783279" fill="norm" stroke="1" extrusionOk="0">
                    <a:moveTo>
                      <a:pt x="480059" y="783279"/>
                    </a:moveTo>
                    <a:cubicBezTo>
                      <a:pt x="480059" y="783279"/>
                      <a:pt x="411479" y="783279"/>
                      <a:pt x="411479" y="783279"/>
                    </a:cubicBezTo>
                    <a:cubicBezTo>
                      <a:pt x="411479" y="783279"/>
                      <a:pt x="411479" y="714700"/>
                      <a:pt x="411479" y="714700"/>
                    </a:cubicBezTo>
                    <a:cubicBezTo>
                      <a:pt x="411479" y="714700"/>
                      <a:pt x="342899" y="714700"/>
                      <a:pt x="342899" y="714700"/>
                    </a:cubicBezTo>
                    <a:cubicBezTo>
                      <a:pt x="342899" y="714700"/>
                      <a:pt x="342899" y="680409"/>
                      <a:pt x="342899" y="680409"/>
                    </a:cubicBezTo>
                    <a:cubicBezTo>
                      <a:pt x="342899" y="680409"/>
                      <a:pt x="274316" y="680409"/>
                      <a:pt x="274316" y="680409"/>
                    </a:cubicBezTo>
                    <a:cubicBezTo>
                      <a:pt x="274316" y="680409"/>
                      <a:pt x="274316" y="577540"/>
                      <a:pt x="274316" y="577540"/>
                    </a:cubicBezTo>
                    <a:cubicBezTo>
                      <a:pt x="274316" y="577540"/>
                      <a:pt x="205740" y="577540"/>
                      <a:pt x="205740" y="577540"/>
                    </a:cubicBezTo>
                    <a:cubicBezTo>
                      <a:pt x="205740" y="577540"/>
                      <a:pt x="205738" y="543250"/>
                      <a:pt x="205738" y="543250"/>
                    </a:cubicBezTo>
                    <a:cubicBezTo>
                      <a:pt x="205738" y="543250"/>
                      <a:pt x="133852" y="543250"/>
                      <a:pt x="133852" y="543250"/>
                    </a:cubicBezTo>
                    <a:cubicBezTo>
                      <a:pt x="133852" y="543250"/>
                      <a:pt x="133852" y="440379"/>
                      <a:pt x="133852" y="440379"/>
                    </a:cubicBezTo>
                    <a:cubicBezTo>
                      <a:pt x="133852" y="440379"/>
                      <a:pt x="68580" y="440379"/>
                      <a:pt x="68580" y="440379"/>
                    </a:cubicBezTo>
                    <a:cubicBezTo>
                      <a:pt x="68580" y="440379"/>
                      <a:pt x="68580" y="371797"/>
                      <a:pt x="68580" y="371797"/>
                    </a:cubicBezTo>
                    <a:cubicBezTo>
                      <a:pt x="68580" y="371797"/>
                      <a:pt x="0" y="371797"/>
                      <a:pt x="0" y="371797"/>
                    </a:cubicBezTo>
                    <a:cubicBezTo>
                      <a:pt x="0" y="371797"/>
                      <a:pt x="0" y="57322"/>
                      <a:pt x="0" y="57322"/>
                    </a:cubicBezTo>
                    <a:cubicBezTo>
                      <a:pt x="0" y="57322"/>
                      <a:pt x="68580" y="57322"/>
                      <a:pt x="68580" y="57322"/>
                    </a:cubicBezTo>
                    <a:cubicBezTo>
                      <a:pt x="68580" y="57322"/>
                      <a:pt x="68580" y="0"/>
                      <a:pt x="68580" y="0"/>
                    </a:cubicBezTo>
                    <a:cubicBezTo>
                      <a:pt x="68580" y="0"/>
                      <a:pt x="257051" y="0"/>
                      <a:pt x="257051" y="0"/>
                    </a:cubicBezTo>
                    <a:cubicBezTo>
                      <a:pt x="257051" y="0"/>
                      <a:pt x="257051" y="57322"/>
                      <a:pt x="257051" y="57322"/>
                    </a:cubicBezTo>
                    <a:cubicBezTo>
                      <a:pt x="257051" y="57322"/>
                      <a:pt x="325050" y="57322"/>
                      <a:pt x="325050" y="57322"/>
                    </a:cubicBezTo>
                    <a:cubicBezTo>
                      <a:pt x="325050" y="57322"/>
                      <a:pt x="325050" y="192833"/>
                      <a:pt x="325050" y="192833"/>
                    </a:cubicBezTo>
                    <a:cubicBezTo>
                      <a:pt x="325050" y="192833"/>
                      <a:pt x="393631" y="192833"/>
                      <a:pt x="393631" y="192833"/>
                    </a:cubicBezTo>
                    <a:cubicBezTo>
                      <a:pt x="393631" y="192833"/>
                      <a:pt x="393631" y="256788"/>
                      <a:pt x="393631" y="256788"/>
                    </a:cubicBezTo>
                    <a:cubicBezTo>
                      <a:pt x="393631" y="256788"/>
                      <a:pt x="462211" y="256788"/>
                      <a:pt x="462211" y="256788"/>
                    </a:cubicBezTo>
                    <a:cubicBezTo>
                      <a:pt x="462211" y="256788"/>
                      <a:pt x="462211" y="192833"/>
                      <a:pt x="462211" y="192833"/>
                    </a:cubicBezTo>
                    <a:cubicBezTo>
                      <a:pt x="462211" y="192833"/>
                      <a:pt x="530791" y="192833"/>
                      <a:pt x="530791" y="192833"/>
                    </a:cubicBezTo>
                    <a:cubicBezTo>
                      <a:pt x="530791" y="192833"/>
                      <a:pt x="530791" y="68580"/>
                      <a:pt x="530791" y="68580"/>
                    </a:cubicBezTo>
                    <a:cubicBezTo>
                      <a:pt x="530791" y="68580"/>
                      <a:pt x="599372" y="68580"/>
                      <a:pt x="599372" y="68580"/>
                    </a:cubicBezTo>
                    <a:cubicBezTo>
                      <a:pt x="599372" y="68580"/>
                      <a:pt x="599372" y="0"/>
                      <a:pt x="599372" y="0"/>
                    </a:cubicBezTo>
                    <a:cubicBezTo>
                      <a:pt x="599372" y="0"/>
                      <a:pt x="787843" y="0"/>
                      <a:pt x="787843" y="0"/>
                    </a:cubicBezTo>
                    <a:cubicBezTo>
                      <a:pt x="787843" y="0"/>
                      <a:pt x="787844" y="68579"/>
                      <a:pt x="787844" y="68579"/>
                    </a:cubicBezTo>
                    <a:cubicBezTo>
                      <a:pt x="787844" y="68579"/>
                      <a:pt x="855842" y="68580"/>
                      <a:pt x="855842" y="68580"/>
                    </a:cubicBezTo>
                    <a:cubicBezTo>
                      <a:pt x="855842" y="68580"/>
                      <a:pt x="855842" y="383055"/>
                      <a:pt x="855842" y="383055"/>
                    </a:cubicBezTo>
                    <a:cubicBezTo>
                      <a:pt x="855842" y="383055"/>
                      <a:pt x="793884" y="383055"/>
                      <a:pt x="793884" y="383055"/>
                    </a:cubicBezTo>
                    <a:cubicBezTo>
                      <a:pt x="793884" y="383055"/>
                      <a:pt x="793884" y="440379"/>
                      <a:pt x="793884" y="440379"/>
                    </a:cubicBezTo>
                    <a:cubicBezTo>
                      <a:pt x="793884" y="440379"/>
                      <a:pt x="725304" y="440379"/>
                      <a:pt x="725304" y="440379"/>
                    </a:cubicBezTo>
                    <a:cubicBezTo>
                      <a:pt x="725304" y="440379"/>
                      <a:pt x="725304" y="543250"/>
                      <a:pt x="725304" y="543250"/>
                    </a:cubicBezTo>
                    <a:cubicBezTo>
                      <a:pt x="725304" y="543250"/>
                      <a:pt x="667193" y="543250"/>
                      <a:pt x="667193" y="543250"/>
                    </a:cubicBezTo>
                    <a:cubicBezTo>
                      <a:pt x="667193" y="543250"/>
                      <a:pt x="667193" y="577540"/>
                      <a:pt x="667193" y="577540"/>
                    </a:cubicBezTo>
                    <a:cubicBezTo>
                      <a:pt x="667193" y="577540"/>
                      <a:pt x="609388" y="577540"/>
                      <a:pt x="609388" y="577540"/>
                    </a:cubicBezTo>
                    <a:cubicBezTo>
                      <a:pt x="609388" y="577540"/>
                      <a:pt x="609388" y="646120"/>
                      <a:pt x="609388" y="646120"/>
                    </a:cubicBezTo>
                    <a:cubicBezTo>
                      <a:pt x="609388" y="646120"/>
                      <a:pt x="582929" y="646120"/>
                      <a:pt x="582929" y="646120"/>
                    </a:cubicBezTo>
                    <a:cubicBezTo>
                      <a:pt x="582929" y="646120"/>
                      <a:pt x="582929" y="680409"/>
                      <a:pt x="582929" y="680409"/>
                    </a:cubicBezTo>
                    <a:cubicBezTo>
                      <a:pt x="582929" y="680409"/>
                      <a:pt x="548639" y="680409"/>
                      <a:pt x="548639" y="680409"/>
                    </a:cubicBezTo>
                    <a:cubicBezTo>
                      <a:pt x="548639" y="680409"/>
                      <a:pt x="548639" y="714700"/>
                      <a:pt x="548639" y="714700"/>
                    </a:cubicBezTo>
                    <a:cubicBezTo>
                      <a:pt x="548639" y="714700"/>
                      <a:pt x="480059" y="714700"/>
                      <a:pt x="480059" y="714700"/>
                    </a:cubicBezTo>
                    <a:cubicBezTo>
                      <a:pt x="480059" y="714700"/>
                      <a:pt x="480059" y="783279"/>
                      <a:pt x="480059" y="783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</p:spPr>
            <p:txBody>
              <a:bodyPr anchor="ctr"/>
              <a:p>
                <a:pPr algn="ctr">
                  <a:defRPr/>
                </a:pPr>
                <a:endParaRPr/>
              </a:p>
            </p:txBody>
          </p:sp>
          <p:sp>
            <p:nvSpPr>
              <p:cNvPr id="1291920073" name=""/>
              <p:cNvSpPr/>
              <p:nvPr/>
            </p:nvSpPr>
            <p:spPr bwMode="auto">
              <a:xfrm>
                <a:off x="120396" y="140634"/>
                <a:ext cx="85421" cy="86691"/>
              </a:xfrm>
              <a:custGeom>
                <a:avLst/>
                <a:gdLst/>
                <a:ahLst/>
                <a:cxnLst/>
                <a:rect l="0" t="0" r="r" b="b"/>
                <a:pathLst>
                  <a:path w="135150" h="137160" fill="norm" stroke="1" extrusionOk="0">
                    <a:moveTo>
                      <a:pt x="68580" y="137160"/>
                    </a:moveTo>
                    <a:cubicBezTo>
                      <a:pt x="68580" y="137160"/>
                      <a:pt x="0" y="137160"/>
                      <a:pt x="0" y="137160"/>
                    </a:cubicBezTo>
                    <a:cubicBezTo>
                      <a:pt x="0" y="137160"/>
                      <a:pt x="0" y="0"/>
                      <a:pt x="0" y="0"/>
                    </a:cubicBezTo>
                    <a:cubicBezTo>
                      <a:pt x="0" y="0"/>
                      <a:pt x="135150" y="0"/>
                      <a:pt x="135150" y="0"/>
                    </a:cubicBezTo>
                    <a:cubicBezTo>
                      <a:pt x="135150" y="0"/>
                      <a:pt x="135150" y="68580"/>
                      <a:pt x="135150" y="68580"/>
                    </a:cubicBezTo>
                    <a:cubicBezTo>
                      <a:pt x="135150" y="68580"/>
                      <a:pt x="68580" y="68580"/>
                      <a:pt x="68580" y="68580"/>
                    </a:cubicBezTo>
                    <a:cubicBezTo>
                      <a:pt x="68580" y="68580"/>
                      <a:pt x="68580" y="137160"/>
                      <a:pt x="68580" y="13716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sp>
            <p:nvSpPr>
              <p:cNvPr id="857886133" name=""/>
              <p:cNvSpPr/>
              <p:nvPr/>
            </p:nvSpPr>
            <p:spPr bwMode="auto">
              <a:xfrm>
                <a:off x="260083" y="89532"/>
                <a:ext cx="324585" cy="448902"/>
              </a:xfrm>
              <a:custGeom>
                <a:avLst/>
                <a:gdLst/>
                <a:ahLst/>
                <a:cxnLst/>
                <a:rect l="0" t="0" r="r" b="b"/>
                <a:pathLst>
                  <a:path w="513528" h="710206" fill="norm" stroke="1" extrusionOk="0">
                    <a:moveTo>
                      <a:pt x="0" y="573047"/>
                    </a:moveTo>
                    <a:cubicBezTo>
                      <a:pt x="0" y="573047"/>
                      <a:pt x="68580" y="573047"/>
                      <a:pt x="68580" y="573047"/>
                    </a:cubicBezTo>
                    <a:cubicBezTo>
                      <a:pt x="68580" y="573047"/>
                      <a:pt x="68580" y="548005"/>
                      <a:pt x="68580" y="548005"/>
                    </a:cubicBezTo>
                    <a:cubicBezTo>
                      <a:pt x="68580" y="548005"/>
                      <a:pt x="137160" y="548005"/>
                      <a:pt x="137160" y="548005"/>
                    </a:cubicBezTo>
                    <a:cubicBezTo>
                      <a:pt x="137160" y="548005"/>
                      <a:pt x="137160" y="479427"/>
                      <a:pt x="137160" y="479427"/>
                    </a:cubicBezTo>
                    <a:cubicBezTo>
                      <a:pt x="137160" y="479427"/>
                      <a:pt x="197909" y="479427"/>
                      <a:pt x="197909" y="479427"/>
                    </a:cubicBezTo>
                    <a:cubicBezTo>
                      <a:pt x="197909" y="479427"/>
                      <a:pt x="197909" y="410847"/>
                      <a:pt x="197909" y="410847"/>
                    </a:cubicBezTo>
                    <a:cubicBezTo>
                      <a:pt x="197909" y="410847"/>
                      <a:pt x="256473" y="410847"/>
                      <a:pt x="256473" y="410847"/>
                    </a:cubicBezTo>
                    <a:cubicBezTo>
                      <a:pt x="256473" y="410847"/>
                      <a:pt x="256473" y="354787"/>
                      <a:pt x="256473" y="354787"/>
                    </a:cubicBezTo>
                    <a:cubicBezTo>
                      <a:pt x="256473" y="354787"/>
                      <a:pt x="325053" y="354787"/>
                      <a:pt x="325053" y="354787"/>
                    </a:cubicBezTo>
                    <a:cubicBezTo>
                      <a:pt x="325053" y="354787"/>
                      <a:pt x="325053" y="273687"/>
                      <a:pt x="325053" y="273687"/>
                    </a:cubicBezTo>
                    <a:cubicBezTo>
                      <a:pt x="325053" y="273687"/>
                      <a:pt x="380342" y="273687"/>
                      <a:pt x="380342" y="273687"/>
                    </a:cubicBezTo>
                    <a:cubicBezTo>
                      <a:pt x="380342" y="273687"/>
                      <a:pt x="380342" y="205107"/>
                      <a:pt x="380342" y="205107"/>
                    </a:cubicBezTo>
                    <a:cubicBezTo>
                      <a:pt x="380342" y="205107"/>
                      <a:pt x="444948" y="205106"/>
                      <a:pt x="444948" y="205106"/>
                    </a:cubicBezTo>
                    <a:cubicBezTo>
                      <a:pt x="444948" y="205106"/>
                      <a:pt x="444948" y="0"/>
                      <a:pt x="444948" y="0"/>
                    </a:cubicBezTo>
                    <a:cubicBezTo>
                      <a:pt x="444948" y="0"/>
                      <a:pt x="513528" y="0"/>
                      <a:pt x="513528" y="0"/>
                    </a:cubicBezTo>
                    <a:cubicBezTo>
                      <a:pt x="513528" y="0"/>
                      <a:pt x="513528" y="318566"/>
                      <a:pt x="513528" y="318566"/>
                    </a:cubicBezTo>
                    <a:cubicBezTo>
                      <a:pt x="513528" y="318566"/>
                      <a:pt x="448921" y="318566"/>
                      <a:pt x="448921" y="318566"/>
                    </a:cubicBezTo>
                    <a:cubicBezTo>
                      <a:pt x="448921" y="318566"/>
                      <a:pt x="448922" y="367307"/>
                      <a:pt x="448922" y="367307"/>
                    </a:cubicBezTo>
                    <a:cubicBezTo>
                      <a:pt x="448922" y="367307"/>
                      <a:pt x="393633" y="367306"/>
                      <a:pt x="393633" y="367306"/>
                    </a:cubicBezTo>
                    <a:cubicBezTo>
                      <a:pt x="393633" y="367306"/>
                      <a:pt x="393633" y="435887"/>
                      <a:pt x="393633" y="435887"/>
                    </a:cubicBezTo>
                    <a:cubicBezTo>
                      <a:pt x="393633" y="435887"/>
                      <a:pt x="325053" y="435887"/>
                      <a:pt x="325053" y="435887"/>
                    </a:cubicBezTo>
                    <a:cubicBezTo>
                      <a:pt x="325053" y="435887"/>
                      <a:pt x="325053" y="516986"/>
                      <a:pt x="325053" y="516986"/>
                    </a:cubicBezTo>
                    <a:cubicBezTo>
                      <a:pt x="325053" y="516986"/>
                      <a:pt x="266489" y="516986"/>
                      <a:pt x="266489" y="516986"/>
                    </a:cubicBezTo>
                    <a:cubicBezTo>
                      <a:pt x="266489" y="516986"/>
                      <a:pt x="266489" y="573046"/>
                      <a:pt x="266489" y="573046"/>
                    </a:cubicBezTo>
                    <a:cubicBezTo>
                      <a:pt x="266489" y="573046"/>
                      <a:pt x="205740" y="573046"/>
                      <a:pt x="205740" y="573046"/>
                    </a:cubicBezTo>
                    <a:cubicBezTo>
                      <a:pt x="205740" y="573046"/>
                      <a:pt x="205740" y="641627"/>
                      <a:pt x="205740" y="641627"/>
                    </a:cubicBezTo>
                    <a:cubicBezTo>
                      <a:pt x="205740" y="641627"/>
                      <a:pt x="137160" y="641627"/>
                      <a:pt x="137160" y="641627"/>
                    </a:cubicBezTo>
                    <a:cubicBezTo>
                      <a:pt x="137160" y="641627"/>
                      <a:pt x="137160" y="710206"/>
                      <a:pt x="137160" y="710206"/>
                    </a:cubicBezTo>
                    <a:cubicBezTo>
                      <a:pt x="137160" y="710206"/>
                      <a:pt x="68580" y="710206"/>
                      <a:pt x="68580" y="710206"/>
                    </a:cubicBezTo>
                    <a:cubicBezTo>
                      <a:pt x="68580" y="710206"/>
                      <a:pt x="68580" y="641627"/>
                      <a:pt x="68580" y="641627"/>
                    </a:cubicBezTo>
                    <a:cubicBezTo>
                      <a:pt x="68580" y="641627"/>
                      <a:pt x="0" y="641627"/>
                      <a:pt x="0" y="641627"/>
                    </a:cubicBezTo>
                    <a:cubicBezTo>
                      <a:pt x="0" y="641627"/>
                      <a:pt x="0" y="573047"/>
                      <a:pt x="0" y="573047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  <a:alpha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</p:sp>
          <p:grpSp>
            <p:nvGrpSpPr>
              <p:cNvPr id="813457010" name=""/>
              <p:cNvGrpSpPr/>
              <p:nvPr/>
            </p:nvGrpSpPr>
            <p:grpSpPr bwMode="auto">
              <a:xfrm flipH="0" flipV="0">
                <a:off x="0" y="0"/>
                <a:ext cx="628022" cy="581787"/>
                <a:chOff x="0" y="0"/>
                <a:chExt cx="628022" cy="581787"/>
              </a:xfrm>
            </p:grpSpPr>
            <p:sp>
              <p:nvSpPr>
                <p:cNvPr id="1855885583" name=""/>
                <p:cNvSpPr/>
                <p:nvPr/>
              </p:nvSpPr>
              <p:spPr bwMode="auto">
                <a:xfrm rot="0" flipH="0" flipV="0">
                  <a:off x="86691" y="0"/>
                  <a:ext cx="119126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44608419" name=""/>
                <p:cNvSpPr/>
                <p:nvPr/>
              </p:nvSpPr>
              <p:spPr bwMode="auto">
                <a:xfrm rot="0" flipH="0" flipV="0">
                  <a:off x="43344" y="4618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24508203" name=""/>
                <p:cNvSpPr/>
                <p:nvPr/>
              </p:nvSpPr>
              <p:spPr bwMode="auto">
                <a:xfrm rot="0" flipH="0" flipV="0">
                  <a:off x="205822" y="4618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95357136" name=""/>
                <p:cNvSpPr/>
                <p:nvPr/>
              </p:nvSpPr>
              <p:spPr bwMode="auto">
                <a:xfrm rot="0" flipH="0" flipV="0">
                  <a:off x="0" y="89613"/>
                  <a:ext cx="43344" cy="18873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11779289" name=""/>
                <p:cNvSpPr/>
                <p:nvPr/>
              </p:nvSpPr>
              <p:spPr bwMode="auto">
                <a:xfrm rot="0" flipH="0" flipV="0">
                  <a:off x="248805" y="89613"/>
                  <a:ext cx="43344" cy="7561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12319439" name=""/>
                <p:cNvSpPr/>
                <p:nvPr/>
              </p:nvSpPr>
              <p:spPr bwMode="auto">
                <a:xfrm rot="0" flipH="0" flipV="0">
                  <a:off x="292151" y="16230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87008022" name=""/>
                <p:cNvSpPr/>
                <p:nvPr/>
              </p:nvSpPr>
              <p:spPr bwMode="auto">
                <a:xfrm rot="0" flipH="0" flipV="0">
                  <a:off x="335502" y="89613"/>
                  <a:ext cx="43344" cy="7561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465871521" name=""/>
                <p:cNvSpPr/>
                <p:nvPr/>
              </p:nvSpPr>
              <p:spPr bwMode="auto">
                <a:xfrm rot="0" flipH="0" flipV="0">
                  <a:off x="378847" y="4618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72786818" name=""/>
                <p:cNvSpPr/>
                <p:nvPr/>
              </p:nvSpPr>
              <p:spPr bwMode="auto">
                <a:xfrm rot="0" flipH="0" flipV="0">
                  <a:off x="422199" y="2835"/>
                  <a:ext cx="119126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70801327" name=""/>
                <p:cNvSpPr/>
                <p:nvPr/>
              </p:nvSpPr>
              <p:spPr bwMode="auto">
                <a:xfrm rot="0" flipH="0" flipV="0">
                  <a:off x="541325" y="4618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83219380" name=""/>
                <p:cNvSpPr/>
                <p:nvPr/>
              </p:nvSpPr>
              <p:spPr bwMode="auto">
                <a:xfrm rot="0" flipH="0" flipV="0">
                  <a:off x="584676" y="89613"/>
                  <a:ext cx="43344" cy="18873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52117307" name=""/>
                <p:cNvSpPr/>
                <p:nvPr/>
              </p:nvSpPr>
              <p:spPr bwMode="auto">
                <a:xfrm rot="0" flipH="0" flipV="0">
                  <a:off x="43344" y="27835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01539456" name=""/>
                <p:cNvSpPr/>
                <p:nvPr/>
              </p:nvSpPr>
              <p:spPr bwMode="auto">
                <a:xfrm rot="0" flipH="0" flipV="0">
                  <a:off x="545141" y="278352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36446588" name=""/>
                <p:cNvSpPr/>
                <p:nvPr/>
              </p:nvSpPr>
              <p:spPr bwMode="auto">
                <a:xfrm rot="0" flipH="0" flipV="0">
                  <a:off x="501795" y="32169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27258876" name=""/>
                <p:cNvSpPr/>
                <p:nvPr/>
              </p:nvSpPr>
              <p:spPr bwMode="auto">
                <a:xfrm rot="0" flipH="0" flipV="0">
                  <a:off x="465066" y="365049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90163300" name=""/>
                <p:cNvSpPr/>
                <p:nvPr/>
              </p:nvSpPr>
              <p:spPr bwMode="auto">
                <a:xfrm rot="0" flipH="0" flipV="0">
                  <a:off x="422199" y="40839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34033778" name=""/>
                <p:cNvSpPr/>
                <p:nvPr/>
              </p:nvSpPr>
              <p:spPr bwMode="auto">
                <a:xfrm rot="0" flipH="0" flipV="0">
                  <a:off x="86691" y="32169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82495472" name=""/>
                <p:cNvSpPr/>
                <p:nvPr/>
              </p:nvSpPr>
              <p:spPr bwMode="auto">
                <a:xfrm rot="0" flipH="0" flipV="0">
                  <a:off x="130041" y="365049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27310639" name=""/>
                <p:cNvSpPr/>
                <p:nvPr/>
              </p:nvSpPr>
              <p:spPr bwMode="auto">
                <a:xfrm rot="0" flipH="0" flipV="0">
                  <a:off x="173387" y="408394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84306335" name=""/>
                <p:cNvSpPr/>
                <p:nvPr/>
              </p:nvSpPr>
              <p:spPr bwMode="auto">
                <a:xfrm rot="0" flipH="0" flipV="0">
                  <a:off x="216738" y="45174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96624988" name=""/>
                <p:cNvSpPr/>
                <p:nvPr/>
              </p:nvSpPr>
              <p:spPr bwMode="auto">
                <a:xfrm rot="0" flipH="0" flipV="0">
                  <a:off x="260083" y="495090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74770343" name=""/>
                <p:cNvSpPr/>
                <p:nvPr/>
              </p:nvSpPr>
              <p:spPr bwMode="auto">
                <a:xfrm rot="0" flipH="0" flipV="0">
                  <a:off x="303435" y="538438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25871732" name=""/>
                <p:cNvSpPr/>
                <p:nvPr/>
              </p:nvSpPr>
              <p:spPr bwMode="auto">
                <a:xfrm rot="0" flipH="0" flipV="0">
                  <a:off x="346779" y="495090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832980800" name=""/>
                <p:cNvSpPr/>
                <p:nvPr/>
              </p:nvSpPr>
              <p:spPr bwMode="auto">
                <a:xfrm rot="0" flipH="0" flipV="0">
                  <a:off x="390127" y="451746"/>
                  <a:ext cx="43344" cy="43344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</p:grpSp>
      <p:grpSp>
        <p:nvGrpSpPr>
          <p:cNvPr id="1510508396" name=""/>
          <p:cNvGrpSpPr/>
          <p:nvPr/>
        </p:nvGrpSpPr>
        <p:grpSpPr bwMode="auto">
          <a:xfrm rot="17884258" flipH="0" flipV="0">
            <a:off x="1964160" y="4835341"/>
            <a:ext cx="718565" cy="1254096"/>
            <a:chOff x="0" y="0"/>
            <a:chExt cx="718565" cy="1254096"/>
          </a:xfrm>
        </p:grpSpPr>
        <p:sp>
          <p:nvSpPr>
            <p:cNvPr id="765410306" name=""/>
            <p:cNvSpPr/>
            <p:nvPr/>
          </p:nvSpPr>
          <p:spPr bwMode="auto">
            <a:xfrm>
              <a:off x="0" y="308"/>
              <a:ext cx="620094" cy="1253781"/>
            </a:xfrm>
            <a:custGeom>
              <a:avLst/>
              <a:gdLst/>
              <a:ahLst/>
              <a:cxnLst/>
              <a:rect l="0" t="0" r="r" b="b"/>
              <a:pathLst>
                <a:path w="963533" h="1948179" fill="norm" stroke="1" extrusionOk="0">
                  <a:moveTo>
                    <a:pt x="0" y="974090"/>
                  </a:moveTo>
                  <a:cubicBezTo>
                    <a:pt x="0" y="443230"/>
                    <a:pt x="433935" y="5776"/>
                    <a:pt x="963533" y="0"/>
                  </a:cubicBezTo>
                  <a:cubicBezTo>
                    <a:pt x="963533" y="0"/>
                    <a:pt x="963533" y="487131"/>
                    <a:pt x="963533" y="487131"/>
                  </a:cubicBezTo>
                  <a:cubicBezTo>
                    <a:pt x="701148" y="492861"/>
                    <a:pt x="487073" y="710435"/>
                    <a:pt x="487073" y="974090"/>
                  </a:cubicBezTo>
                  <a:cubicBezTo>
                    <a:pt x="487073" y="1237743"/>
                    <a:pt x="701148" y="1455317"/>
                    <a:pt x="963533" y="1461047"/>
                  </a:cubicBezTo>
                  <a:cubicBezTo>
                    <a:pt x="963533" y="1461047"/>
                    <a:pt x="963533" y="1948179"/>
                    <a:pt x="963533" y="1948179"/>
                  </a:cubicBezTo>
                  <a:cubicBezTo>
                    <a:pt x="433935" y="1942402"/>
                    <a:pt x="0" y="1504948"/>
                    <a:pt x="0" y="97409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1834900760" name=""/>
            <p:cNvSpPr/>
            <p:nvPr/>
          </p:nvSpPr>
          <p:spPr bwMode="auto">
            <a:xfrm rot="0" flipH="0" flipV="0">
              <a:off x="547911" y="0"/>
              <a:ext cx="170658" cy="317773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3967288" name=""/>
            <p:cNvSpPr/>
            <p:nvPr/>
          </p:nvSpPr>
          <p:spPr bwMode="auto">
            <a:xfrm rot="0" flipH="0" flipV="0">
              <a:off x="547911" y="936315"/>
              <a:ext cx="170658" cy="317773"/>
            </a:xfrm>
            <a:prstGeom prst="ellipse">
              <a:avLst/>
            </a:prstGeom>
            <a:solidFill>
              <a:schemeClr val="bg1"/>
            </a:solidFill>
            <a:ln w="38099" cap="flat" cmpd="sng" algn="ctr">
              <a:solidFill>
                <a:schemeClr val="tx2">
                  <a:lumMod val="50196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739561142" name=""/>
          <p:cNvGrpSpPr/>
          <p:nvPr/>
        </p:nvGrpSpPr>
        <p:grpSpPr bwMode="auto">
          <a:xfrm>
            <a:off x="2897790" y="892488"/>
            <a:ext cx="714375" cy="714375"/>
            <a:chOff x="0" y="0"/>
            <a:chExt cx="714375" cy="714375"/>
          </a:xfrm>
        </p:grpSpPr>
        <p:sp>
          <p:nvSpPr>
            <p:cNvPr id="676025374" name=""/>
            <p:cNvSpPr/>
            <p:nvPr/>
          </p:nvSpPr>
          <p:spPr bwMode="auto">
            <a:xfrm rot="0" flipH="0" flipV="0">
              <a:off x="0" y="476245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4127556" name=""/>
            <p:cNvSpPr/>
            <p:nvPr/>
          </p:nvSpPr>
          <p:spPr bwMode="auto">
            <a:xfrm rot="0" flipH="0" flipV="0">
              <a:off x="238123" y="238122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7665218" name=""/>
            <p:cNvSpPr/>
            <p:nvPr/>
          </p:nvSpPr>
          <p:spPr bwMode="auto">
            <a:xfrm rot="0" flipH="0" flipV="0">
              <a:off x="476246" y="0"/>
              <a:ext cx="238122" cy="238122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08241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83340747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44703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340775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9786" y="457200"/>
            <a:ext cx="3932235" cy="211040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>
            <a:lvl1pPr algn="ctr">
              <a:defRPr sz="4400"/>
            </a:lvl1pPr>
            <a:lvl2pPr algn="ctr">
              <a:defRPr sz="4400"/>
            </a:lvl2pPr>
            <a:lvl3pPr algn="ctr">
              <a:defRPr sz="4400"/>
            </a:lvl3pPr>
            <a:lvl4pPr algn="ctr">
              <a:defRPr sz="4400"/>
            </a:lvl4pPr>
            <a:lvl5pPr algn="ctr">
              <a:defRPr sz="4400"/>
            </a:lvl5pPr>
            <a:lvl6pPr algn="ctr">
              <a:defRPr sz="4400"/>
            </a:lvl6pPr>
            <a:lvl7pPr algn="ctr">
              <a:defRPr sz="4400"/>
            </a:lvl7pPr>
            <a:lvl8pPr algn="ctr">
              <a:defRPr sz="4400"/>
            </a:lvl8pPr>
            <a:lvl9pPr algn="ctr">
              <a:defRPr sz="4400"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1753885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183186" y="457198"/>
            <a:ext cx="6172200" cy="54038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98286757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839786" y="2567607"/>
            <a:ext cx="3932235" cy="330137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94823892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22135716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17565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5933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226564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789619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5117977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6217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889765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4"/>
            <a:ext cx="2628900" cy="5811837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8809533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365124"/>
            <a:ext cx="7734299" cy="5811837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714797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4418784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11339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525235" name="Title Placeholder 1"/>
          <p:cNvSpPr>
            <a:spLocks noGrp="1"/>
          </p:cNvSpPr>
          <p:nvPr>
            <p:ph type="title"/>
          </p:nvPr>
        </p:nvSpPr>
        <p:spPr bwMode="auto">
          <a:xfrm rot="0" flipH="0" flipV="0">
            <a:off x="841248" y="365760"/>
            <a:ext cx="10515600" cy="1325562"/>
          </a:xfrm>
          <a:prstGeom prst="rect">
            <a:avLst/>
          </a:prstGeom>
        </p:spPr>
        <p:txBody>
          <a:bodyPr vertOverflow="overflow" horzOverflow="overflow" vert="horz" wrap="square" lIns="457200" tIns="45720" rIns="457200" bIns="45720" numCol="1" spcCol="0" rtlCol="0" fromWordArt="0" anchor="ctr" anchorCtr="0" forceAA="0" upright="0" compatLnSpc="0">
            <a:norm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12213426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828800"/>
            <a:ext cx="10515600" cy="435133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274318" tIns="274318" rIns="274318" bIns="45720" numCol="1" spcCol="0" rtlCol="0" fromWordArt="0" anchor="t" anchorCtr="0" forceAA="0" upright="0" compatLnSpc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3560417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89218391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128159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999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comments" Target="../comments/commen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2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589519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2693965" y="1877257"/>
            <a:ext cx="6791738" cy="1632703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pt-BR" sz="6000" b="0" i="0" u="none" strike="noStrike" cap="none" spc="0">
                <a:solidFill>
                  <a:schemeClr val="tx1"/>
                </a:solidFill>
                <a:latin typeface="Open Sans Extrabold"/>
                <a:ea typeface="Open Sans Extrabold"/>
                <a:cs typeface="Open Sans Extrabold"/>
              </a:rPr>
              <a:t>Evolução </a:t>
            </a:r>
            <a:r>
              <a:rPr lang="en-US" sz="6000" b="0" i="0" u="none" strike="noStrike" cap="none" spc="0">
                <a:solidFill>
                  <a:schemeClr val="tx1"/>
                </a:solidFill>
                <a:latin typeface="Open Sans Extrabold"/>
                <a:ea typeface="Open Sans Extrabold"/>
                <a:cs typeface="Open Sans Extrabold"/>
              </a:rPr>
              <a:t>dos </a:t>
            </a:r>
            <a:r>
              <a:rPr lang="pt-BR" sz="6000" b="0" i="0" u="none" strike="noStrike" cap="none" spc="0">
                <a:solidFill>
                  <a:schemeClr val="tx1"/>
                </a:solidFill>
                <a:latin typeface="Open Sans Extrabold"/>
                <a:ea typeface="Open Sans Extrabold"/>
                <a:cs typeface="Open Sans Extrabold"/>
              </a:rPr>
              <a:t>Computadores</a:t>
            </a:r>
            <a:endParaRPr>
              <a:latin typeface="Noto Sans CJK JP Black"/>
              <a:cs typeface="Noto Sans CJK JP Black"/>
            </a:endParaRPr>
          </a:p>
        </p:txBody>
      </p:sp>
      <p:sp>
        <p:nvSpPr>
          <p:cNvPr id="1578202183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3207439" y="3726771"/>
            <a:ext cx="5777118" cy="870073"/>
          </a:xfrm>
        </p:spPr>
        <p:txBody>
          <a:bodyPr/>
          <a:lstStyle/>
          <a:p>
            <a:pPr>
              <a:defRPr/>
            </a:pPr>
            <a:r>
              <a:rPr lang="pt-BR">
                <a:latin typeface="Open Sans Extrabold"/>
                <a:ea typeface="Open Sans Extrabold"/>
                <a:cs typeface="Open Sans Extrabold"/>
              </a:rPr>
              <a:t>Por: Ayuka Henrique</a:t>
            </a:r>
            <a:endParaRPr>
              <a:latin typeface="Open Sans Extrabold"/>
              <a:cs typeface="Open Sans Extra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417907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 w="38100">
            <a:noFill/>
            <a:prstDash val="solid"/>
          </a:ln>
          <a:effectLst/>
        </p:spPr>
        <p:txBody>
          <a:bodyPr/>
          <a:lstStyle/>
          <a:p>
            <a:pPr>
              <a:defRPr/>
            </a:pPr>
            <a:r>
              <a:rPr lang="pt-BR" sz="4400" b="1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 que é um computador?</a:t>
            </a:r>
            <a:endParaRPr sz="4400" b="1">
              <a:solidFill>
                <a:schemeClr val="tx1"/>
              </a:solidFill>
            </a:endParaRPr>
          </a:p>
        </p:txBody>
      </p:sp>
      <p:sp>
        <p:nvSpPr>
          <p:cNvPr id="1891390607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1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São máquinas que fazem trabalhos através de instruções ou comandos. </a:t>
            </a:r>
            <a:endParaRPr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São compostos por hardware e software.</a:t>
            </a:r>
            <a:endParaRPr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Partes elétricas e mecânicas de um computador são chamados de hardware</a:t>
            </a:r>
            <a:endParaRPr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Programas/aplicativos que são executados dentro do computador se conhece como software.</a:t>
            </a:r>
            <a:endParaRPr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 advClick="1">
        <p:blinds dir="horz"/>
      </p:transition>
    </mc:Choice>
    <mc:Fallback>
      <p:transition spd="slow" advClick="1">
        <p:blinds dir="horz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976210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pt-BR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Importância da computação hoj</a:t>
            </a:r>
            <a:r>
              <a:rPr b="1"/>
              <a:t>e</a:t>
            </a:r>
            <a:endParaRPr b="1"/>
          </a:p>
        </p:txBody>
      </p:sp>
      <p:sp>
        <p:nvSpPr>
          <p:cNvPr id="777879899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Essencial para o trabalho e escola.</a:t>
            </a:r>
            <a:endParaRPr lang="pt-BR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Acessibilidade e rapidez a informação.</a:t>
            </a:r>
            <a:endParaRPr lang="pt-BR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 comunicação é mais fácil.</a:t>
            </a:r>
            <a:endParaRPr lang="pt-BR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Oportunidade de carreira.</a:t>
            </a:r>
            <a:endParaRPr lang="pt-BR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Maior produtividade no dia a dia.</a:t>
            </a:r>
            <a:endParaRPr lang="pt-BR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randomBar dir="horz"/>
      </p:transition>
    </mc:Choice>
    <mc:Fallback>
      <p:transition spd="fast" advClick="1">
        <p:randomBar dir="horz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569239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solidFill>
            <a:schemeClr val="accent4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457200" tIns="45720" rIns="457200" bIns="45720" numCol="1" spcCol="0" rtlCol="0" fromWordArt="0" anchor="ctr" anchorCtr="0" forceAA="0" upright="0" compatLnSpc="0">
            <a:normAutofit/>
          </a:bodyPr>
          <a:lstStyle/>
          <a:p>
            <a:pPr algn="l">
              <a:defRPr/>
            </a:pPr>
            <a:r>
              <a:rPr lang="pt-BR" sz="3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1ª Geração (1940–1956)</a:t>
            </a:r>
            <a:endParaRPr/>
          </a:p>
        </p:txBody>
      </p:sp>
      <p:pic>
        <p:nvPicPr>
          <p:cNvPr id="66312307" name=""/>
          <p:cNvPicPr>
            <a:picLocks noChangeAspect="1"/>
          </p:cNvPicPr>
          <p:nvPr>
            <p:ph type="pic" idx="1"/>
          </p:nvPr>
        </p:nvPicPr>
        <p:blipFill rotWithShape="1">
          <a:blip r:embed="rId3"/>
          <a:stretch/>
        </p:blipFill>
        <p:spPr bwMode="auto">
          <a:xfrm rot="0">
            <a:off x="5567362" y="457198"/>
            <a:ext cx="5403847" cy="5403847"/>
          </a:xfrm>
          <a:prstGeom prst="rect">
            <a:avLst/>
          </a:prstGeom>
        </p:spPr>
      </p:pic>
      <p:sp>
        <p:nvSpPr>
          <p:cNvPr id="619813925" name="Text Placeholder 3"/>
          <p:cNvSpPr>
            <a:spLocks noGrp="1"/>
          </p:cNvSpPr>
          <p:nvPr>
            <p:ph type="body" sz="half" idx="2"/>
          </p:nvPr>
        </p:nvSpPr>
        <p:spPr bwMode="auto"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pt-BR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Características:</a:t>
            </a:r>
            <a:endParaRPr lang="pt-BR"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lang="pt-BR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Válvulas termiônicas</a:t>
            </a:r>
            <a:endParaRPr lang="pt-BR"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lang="pt-BR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Gigantescos</a:t>
            </a:r>
            <a:endParaRPr lang="pt-BR"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lang="pt-BR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Alto consumo</a:t>
            </a:r>
            <a:endParaRPr lang="pt-BR"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lang="pt-BR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Superaquecimento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 advClick="1">
        <p:checker dir="horz"/>
      </p:transition>
    </mc:Choice>
    <mc:Fallback>
      <p:transition spd="slow" advClick="1">
        <p:checker dir="horz"/>
      </p:transition>
    </mc:Fallback>
  </mc:AlternateContent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9053816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solidFill>
            <a:schemeClr val="accent4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457200" tIns="45720" rIns="45720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pt-BR" sz="3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2ª Geração </a:t>
            </a:r>
            <a:r>
              <a:rPr lang="pt-BR" sz="3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(1947–1959)</a:t>
            </a:r>
            <a:endParaRPr/>
          </a:p>
        </p:txBody>
      </p:sp>
      <p:pic>
        <p:nvPicPr>
          <p:cNvPr id="1056663620" name=""/>
          <p:cNvPicPr>
            <a:picLocks noChangeAspect="1"/>
          </p:cNvPicPr>
          <p:nvPr>
            <p:ph type="pic" idx="1"/>
          </p:nvPr>
        </p:nvPicPr>
        <p:blipFill rotWithShape="1">
          <a:blip r:embed="rId3"/>
          <a:stretch/>
        </p:blipFill>
        <p:spPr bwMode="auto">
          <a:xfrm rot="0">
            <a:off x="5183185" y="1320455"/>
            <a:ext cx="6172200" cy="3677331"/>
          </a:xfrm>
          <a:prstGeom prst="rect">
            <a:avLst/>
          </a:prstGeom>
        </p:spPr>
      </p:pic>
      <p:sp>
        <p:nvSpPr>
          <p:cNvPr id="535991634" name="Text Placeholder 3"/>
          <p:cNvSpPr>
            <a:spLocks noGrp="1"/>
          </p:cNvSpPr>
          <p:nvPr>
            <p:ph type="body" sz="half" idx="2"/>
          </p:nvPr>
        </p:nvSpPr>
        <p:spPr bwMode="auto"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pt-BR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Características:</a:t>
            </a:r>
            <a:endParaRPr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lang="pt-BR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Transistores</a:t>
            </a:r>
            <a:endParaRPr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lang="pt-BR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Menores</a:t>
            </a:r>
            <a:endParaRPr lang="pt-BR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lang="pt-BR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Menor consumo</a:t>
            </a:r>
            <a:endParaRPr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lang="pt-BR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Mais confiáveis</a:t>
            </a:r>
            <a:endParaRPr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 advClick="1">
        <p:blinds dir="vert"/>
      </p:transition>
    </mc:Choice>
    <mc:Fallback>
      <p:transition spd="slow" advClick="1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3888151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solidFill>
            <a:schemeClr val="accent4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457200" tIns="45720" rIns="45720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pt-BR" sz="3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3ª Geração </a:t>
            </a:r>
            <a:r>
              <a:rPr lang="pt-BR" sz="3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(1965–1970)</a:t>
            </a:r>
            <a:endParaRPr sz="4400"/>
          </a:p>
        </p:txBody>
      </p:sp>
      <p:pic>
        <p:nvPicPr>
          <p:cNvPr id="1195692477" name=""/>
          <p:cNvPicPr>
            <a:picLocks noChangeAspect="1"/>
          </p:cNvPicPr>
          <p:nvPr>
            <p:ph type="pic" idx="1"/>
          </p:nvPr>
        </p:nvPicPr>
        <p:blipFill rotWithShape="1">
          <a:blip r:embed="rId3"/>
          <a:stretch/>
        </p:blipFill>
        <p:spPr bwMode="auto">
          <a:xfrm rot="0">
            <a:off x="5183185" y="1388121"/>
            <a:ext cx="6172200" cy="3542001"/>
          </a:xfrm>
          <a:prstGeom prst="rect">
            <a:avLst/>
          </a:prstGeom>
        </p:spPr>
      </p:pic>
      <p:sp>
        <p:nvSpPr>
          <p:cNvPr id="369507090" name="Text Placeholder 3"/>
          <p:cNvSpPr>
            <a:spLocks noGrp="1"/>
          </p:cNvSpPr>
          <p:nvPr>
            <p:ph type="body" sz="half" idx="2"/>
          </p:nvPr>
        </p:nvSpPr>
        <p:spPr bwMode="auto"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pt-BR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Características:</a:t>
            </a:r>
            <a:endParaRPr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lang="pt-BR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Circuitos integrados</a:t>
            </a:r>
            <a:endParaRPr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lang="pt-BR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Chips</a:t>
            </a:r>
            <a:endParaRPr/>
          </a:p>
          <a:p>
            <a:pPr marL="349965" indent="-349965">
              <a:buFont typeface="Arial"/>
              <a:buChar char="•"/>
              <a:defRPr/>
            </a:pPr>
            <a:r>
              <a:rPr/>
              <a:t>Monitores</a:t>
            </a:r>
            <a:endParaRPr/>
          </a:p>
          <a:p>
            <a:pPr marL="349965" indent="-349965">
              <a:buFont typeface="Arial"/>
              <a:buChar char="•"/>
              <a:defRPr/>
            </a:pPr>
            <a:r>
              <a:rPr/>
              <a:t>Teclados</a:t>
            </a:r>
            <a:endParaRPr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 advClick="1">
        <p:blinds dir="vert"/>
      </p:transition>
    </mc:Choice>
    <mc:Fallback>
      <p:transition spd="slow" advClick="1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97383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solidFill>
            <a:schemeClr val="accent4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457200" tIns="45720" rIns="45720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pt-BR" sz="3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4ª Geração </a:t>
            </a:r>
            <a:r>
              <a:rPr lang="pt-BR" sz="3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(1971+)</a:t>
            </a:r>
            <a:endParaRPr sz="4400"/>
          </a:p>
        </p:txBody>
      </p:sp>
      <p:pic>
        <p:nvPicPr>
          <p:cNvPr id="756256396" name=""/>
          <p:cNvPicPr>
            <a:picLocks noChangeAspect="1"/>
          </p:cNvPicPr>
          <p:nvPr>
            <p:ph type="pic" idx="1"/>
          </p:nvPr>
        </p:nvPicPr>
        <p:blipFill rotWithShape="1">
          <a:blip r:embed="rId3"/>
          <a:stretch/>
        </p:blipFill>
        <p:spPr bwMode="auto">
          <a:xfrm rot="0" flipH="0" flipV="0">
            <a:off x="5568695" y="457200"/>
            <a:ext cx="5404104" cy="5404104"/>
          </a:xfrm>
          <a:prstGeom prst="rect">
            <a:avLst/>
          </a:prstGeom>
        </p:spPr>
      </p:pic>
      <p:sp>
        <p:nvSpPr>
          <p:cNvPr id="941538724" name="Text Placeholder 3"/>
          <p:cNvSpPr>
            <a:spLocks noGrp="1"/>
          </p:cNvSpPr>
          <p:nvPr>
            <p:ph type="body" sz="half" idx="2"/>
          </p:nvPr>
        </p:nvSpPr>
        <p:spPr bwMode="auto"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pt-BR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Características:</a:t>
            </a:r>
            <a:endParaRPr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lang="pt-BR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Microprocessadores</a:t>
            </a:r>
            <a:endParaRPr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Menores e Portáveis</a:t>
            </a:r>
            <a:endParaRPr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Multiprocessamento</a:t>
            </a:r>
            <a:endParaRPr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Memória RAM e ROM</a:t>
            </a:r>
            <a:endParaRPr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endParaRPr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 advClick="1">
        <p:blinds dir="vert"/>
      </p:transition>
    </mc:Choice>
    <mc:Fallback>
      <p:transition spd="slow" advClick="1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533164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solidFill>
            <a:schemeClr val="accent4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457200" tIns="45720" rIns="45720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pt-BR" sz="3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5ª Geração </a:t>
            </a:r>
            <a:r>
              <a:rPr lang="pt-BR" sz="3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(</a:t>
            </a:r>
            <a:r>
              <a:rPr lang="pt-BR" sz="3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1980</a:t>
            </a:r>
            <a:r>
              <a:rPr lang="pt-BR" sz="36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+)</a:t>
            </a:r>
            <a:endParaRPr sz="3600"/>
          </a:p>
        </p:txBody>
      </p:sp>
      <p:pic>
        <p:nvPicPr>
          <p:cNvPr id="7287333" name=""/>
          <p:cNvPicPr>
            <a:picLocks noChangeAspect="1"/>
          </p:cNvPicPr>
          <p:nvPr>
            <p:ph type="pic" idx="1"/>
          </p:nvPr>
        </p:nvPicPr>
        <p:blipFill rotWithShape="1">
          <a:blip r:embed="rId3"/>
          <a:stretch/>
        </p:blipFill>
        <p:spPr bwMode="auto">
          <a:xfrm rot="0">
            <a:off x="5183185" y="888909"/>
            <a:ext cx="6172200" cy="4540424"/>
          </a:xfrm>
          <a:prstGeom prst="rect">
            <a:avLst/>
          </a:prstGeom>
        </p:spPr>
      </p:pic>
      <p:sp>
        <p:nvSpPr>
          <p:cNvPr id="1474369719" name="Text Placeholder 3"/>
          <p:cNvSpPr>
            <a:spLocks noGrp="1"/>
          </p:cNvSpPr>
          <p:nvPr>
            <p:ph type="body" sz="half" idx="2"/>
          </p:nvPr>
        </p:nvSpPr>
        <p:spPr bwMode="auto"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274317" tIns="274317" rIns="274317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pt-BR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Características:</a:t>
            </a:r>
            <a:endParaRPr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lang="pt-BR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Inteligencia Artificial</a:t>
            </a:r>
            <a:endParaRPr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lang="pt-BR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Computação Moderna</a:t>
            </a:r>
            <a:endParaRPr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lang="pt-BR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Machine Learning</a:t>
            </a:r>
            <a:endParaRPr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lang="pt-BR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Process. em Nuvem</a:t>
            </a:r>
            <a:endParaRPr lang="pt-BR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lang="pt-BR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Computação Quântica</a:t>
            </a:r>
            <a:endParaRPr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 advClick="1">
        <p:blinds dir="vert"/>
      </p:transition>
    </mc:Choice>
    <mc:Fallback>
      <p:transition spd="slow" advClick="1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921053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b="1"/>
              <a:t>Evolução dos Dispositivos</a:t>
            </a:r>
            <a:endParaRPr b="1"/>
          </a:p>
        </p:txBody>
      </p:sp>
      <p:pic>
        <p:nvPicPr>
          <p:cNvPr id="1425979311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2732436" y="1968747"/>
            <a:ext cx="6733219" cy="44888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 advClick="1">
        <p14:flip dir="l"/>
      </p:transition>
    </mc:Choice>
    <mc:Fallback>
      <p:transition spd="slow" advClick="1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691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b="1"/>
              <a:t>Velocidade e Armazenamento</a:t>
            </a:r>
            <a:endParaRPr b="1"/>
          </a:p>
        </p:txBody>
      </p:sp>
      <p:sp>
        <p:nvSpPr>
          <p:cNvPr id="745269844" name="Text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/>
              <a:t>Hard Disk Drive (HDD)</a:t>
            </a:r>
            <a:endParaRPr/>
          </a:p>
        </p:txBody>
      </p:sp>
      <p:sp>
        <p:nvSpPr>
          <p:cNvPr id="1412330179" name="Content Placeholder 3"/>
          <p:cNvSpPr>
            <a:spLocks noGrp="1"/>
          </p:cNvSpPr>
          <p:nvPr>
            <p:ph sz="half" idx="2"/>
          </p:nvPr>
        </p:nvSpPr>
        <p:spPr bwMode="auto"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274317" tIns="274317" rIns="274317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pt-BR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Discos magnéticos</a:t>
            </a:r>
            <a:endParaRPr sz="2600"/>
          </a:p>
          <a:p>
            <a:pPr>
              <a:defRPr/>
            </a:pPr>
            <a:r>
              <a:rPr sz="2600"/>
              <a:t>Leitura de </a:t>
            </a:r>
            <a:r>
              <a:rPr lang="pt-BR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~80–160 MB/s</a:t>
            </a:r>
            <a:endParaRPr sz="2600"/>
          </a:p>
          <a:p>
            <a:pPr>
              <a:defRPr/>
            </a:pPr>
            <a:r>
              <a:rPr lang="pt-BR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Latência de ~5–10 ms</a:t>
            </a:r>
            <a:endParaRPr sz="2600"/>
          </a:p>
          <a:p>
            <a:pPr>
              <a:defRPr/>
            </a:pPr>
            <a:r>
              <a:rPr sz="2600"/>
              <a:t>Barulhento</a:t>
            </a:r>
            <a:endParaRPr sz="2600"/>
          </a:p>
          <a:p>
            <a:pPr>
              <a:defRPr/>
            </a:pPr>
            <a:r>
              <a:rPr lang="pt-BR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Baixa </a:t>
            </a:r>
            <a:r>
              <a:rPr lang="pt-BR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vida útil</a:t>
            </a:r>
            <a:endParaRPr sz="2600"/>
          </a:p>
          <a:p>
            <a:pPr>
              <a:defRPr/>
            </a:pPr>
            <a:r>
              <a:rPr lang="pt-BR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Custo: ~R$ 0,20–0,30 p/ GB</a:t>
            </a:r>
            <a:endParaRPr sz="2800"/>
          </a:p>
        </p:txBody>
      </p:sp>
      <p:sp>
        <p:nvSpPr>
          <p:cNvPr id="556861026" name="Text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/>
              <a:t>Solid State Drive (SSD)</a:t>
            </a:r>
            <a:endParaRPr/>
          </a:p>
        </p:txBody>
      </p:sp>
      <p:sp>
        <p:nvSpPr>
          <p:cNvPr id="1826179585" name="Content Placeholder 5"/>
          <p:cNvSpPr>
            <a:spLocks noGrp="1"/>
          </p:cNvSpPr>
          <p:nvPr>
            <p:ph sz="quarter" idx="4"/>
          </p:nvPr>
        </p:nvSpPr>
        <p:spPr bwMode="auto"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274317" tIns="274317" rIns="274317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pt-BR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Memória flash NAND</a:t>
            </a:r>
            <a:endParaRPr sz="4800"/>
          </a:p>
          <a:p>
            <a:pPr>
              <a:defRPr/>
            </a:pPr>
            <a:r>
              <a:rPr sz="2600"/>
              <a:t>Leitura de </a:t>
            </a:r>
            <a:r>
              <a:rPr lang="pt-BR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~500–7000 MB/s</a:t>
            </a:r>
            <a:endParaRPr sz="4800"/>
          </a:p>
          <a:p>
            <a:pPr>
              <a:defRPr/>
            </a:pPr>
            <a:r>
              <a:rPr sz="2600"/>
              <a:t>Latência de </a:t>
            </a:r>
            <a:r>
              <a:rPr lang="pt-BR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~0,1 ms</a:t>
            </a:r>
            <a:endParaRPr lang="pt-BR" sz="4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pt-BR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Silencioso</a:t>
            </a:r>
            <a:endParaRPr lang="pt-BR" sz="4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pt-BR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Maior vida útil</a:t>
            </a:r>
            <a:endParaRPr lang="pt-BR" sz="4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pt-BR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Custo: ~R$ 0,40–0,80 p/ GB</a:t>
            </a:r>
            <a:endParaRPr lang="pt-BR" sz="2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sz="2200"/>
          </a:p>
        </p:txBody>
      </p:sp>
      <p:pic>
        <p:nvPicPr>
          <p:cNvPr id="132106624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395218" y="132533"/>
            <a:ext cx="1505734" cy="1505734"/>
          </a:xfrm>
          <a:prstGeom prst="rect">
            <a:avLst/>
          </a:prstGeom>
        </p:spPr>
      </p:pic>
      <p:pic>
        <p:nvPicPr>
          <p:cNvPr id="90982009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43146" y="132533"/>
            <a:ext cx="1845349" cy="14790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 advClick="1">
        <p14:honeycomb/>
      </p:transition>
    </mc:Choice>
    <mc:Fallback>
      <p:transition spd="slow" advClick="1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788074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pt-BR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Internet e Nuvem</a:t>
            </a:r>
            <a:endParaRPr b="1"/>
          </a:p>
        </p:txBody>
      </p:sp>
      <p:sp>
        <p:nvSpPr>
          <p:cNvPr id="163069222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Discada → Banda larga → 5G</a:t>
            </a:r>
            <a:endParaRPr/>
          </a:p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No inicio a internet utilizava linha telefônica, e então, evoluiu para banda larga utilizando cabo. Eventualmente o </a:t>
            </a: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4G e 5G foram desenvolvidos, permitindo a conexão a internet de qualquer lugar (dentro da área de sinal).</a:t>
            </a:r>
            <a:endParaRPr/>
          </a:p>
          <a:p>
            <a:pPr marL="228600" marR="0" indent="-22860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pt-BR"/>
              <a:t>A computação em nuvem foi </a:t>
            </a: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desenvolvida </a:t>
            </a:r>
            <a:r>
              <a:rPr lang="pt-BR"/>
              <a:t>para possibilitar </a:t>
            </a: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uma maneira de disponibilizar recursos de computação e infraestruturas de TI de maneira remota através da internet.</a:t>
            </a:r>
            <a:endParaRPr lang="pt-BR"/>
          </a:p>
          <a:p>
            <a:pPr marL="228600" marR="0" indent="-22860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pt-BR"/>
              <a:t>Exemplos: Google Drive, AWS, Netflix, Spotify, ChatGPT...</a:t>
            </a:r>
            <a:endParaRPr lang="pt-BR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5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745917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pt-BR" sz="3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Como a evolução mudou a sociedade</a:t>
            </a:r>
            <a:endParaRPr sz="3600" b="1"/>
          </a:p>
        </p:txBody>
      </p:sp>
      <p:sp>
        <p:nvSpPr>
          <p:cNvPr id="2102206929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Das válvulas ao smartphone: 60 anos de avanço exponencial</a:t>
            </a:r>
            <a:r>
              <a:rPr/>
              <a:t>.</a:t>
            </a:r>
            <a:endParaRPr lang="pt-BR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Computadores saíram de salas inteiras para nossos bolsos</a:t>
            </a: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lang="pt-BR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 computação transformou: comunicação, trabalho, saúde, educação, entretenimento.</a:t>
            </a:r>
            <a:endParaRPr lang="pt-BR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 internet e a nuvem democratizaram o acesso à informação</a:t>
            </a:r>
            <a:r>
              <a:rPr/>
              <a:t>.</a:t>
            </a:r>
            <a:endParaRPr lang="pt-BR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 que antes exigia uma máquina de 30 toneladas hoje cabe no seu pulso.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 advClick="1">
        <p:push dir="l"/>
      </p:transition>
    </mc:Choice>
    <mc:Fallback>
      <p:transition spd="slow" advClick="1">
        <p:push dir="l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421531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noFill/>
          <a:ln w="38100">
            <a:noFill/>
            <a:prstDash val="solid"/>
          </a:ln>
          <a:effectLst/>
        </p:spPr>
        <p:txBody>
          <a:bodyPr/>
          <a:lstStyle/>
          <a:p>
            <a:pPr>
              <a:defRPr/>
            </a:pPr>
            <a:r>
              <a:rPr lang="pt-BR" sz="3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 que esperar nos próximos 20 anos</a:t>
            </a:r>
            <a:endParaRPr b="1" i="0"/>
          </a:p>
        </p:txBody>
      </p:sp>
      <p:sp>
        <p:nvSpPr>
          <p:cNvPr id="854118018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1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274317" tIns="274317" rIns="274317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lang="pt-BR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Computação quântica:</a:t>
            </a: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processamento milhões de vezes mais rápido, novos materiais, descobertas médicas</a:t>
            </a: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lang="pt-BR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pt-BR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IA geral (AGI):</a:t>
            </a: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máquinas com capacidade cognitiva humana ou superior</a:t>
            </a: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lang="pt-BR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pt-BR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Cérebro e máquina:</a:t>
            </a: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BCIs (Neuralink, Synchron), controle direto por pensamento</a:t>
            </a: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lang="pt-BR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pt-BR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Computação vestível / invisível:</a:t>
            </a: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chips implantáveis, dispositivos dissipados no ambiente</a:t>
            </a: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lang="pt-BR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pt-BR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Realidade estendida (XR):</a:t>
            </a: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óculos AR substituindo telas, metaverso integrado ao físico</a:t>
            </a: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lang="pt-BR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pt-BR" sz="2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Automação total:</a:t>
            </a:r>
            <a:r>
              <a:rPr lang="pt-BR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carros autônomos, robôs domésticos, indústria sem humanos</a:t>
            </a:r>
            <a:r>
              <a:rPr/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3500" advClick="1">
        <p14:ripple dir="rd"/>
      </p:transition>
    </mc:Choice>
    <mc:Fallback>
      <p:transition spd="slow" advClick="1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7973882" name="Content Placeholder 2"/>
          <p:cNvSpPr>
            <a:spLocks noGrp="1"/>
          </p:cNvSpPr>
          <p:nvPr>
            <p:ph sz="half" idx="1"/>
          </p:nvPr>
        </p:nvSpPr>
        <p:spPr bwMode="auto"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sz="2600"/>
              <a:t>O </a:t>
            </a:r>
            <a:r>
              <a:rPr lang="pt-BR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1º computador pesava 30 toneladas</a:t>
            </a:r>
            <a:r>
              <a:rPr sz="2600"/>
              <a:t>.</a:t>
            </a:r>
            <a:endParaRPr sz="2600"/>
          </a:p>
          <a:p>
            <a:pPr>
              <a:defRPr/>
            </a:pPr>
            <a:r>
              <a:rPr sz="2600"/>
              <a:t>Isso equivale a 5 elefantes africanos adultos.</a:t>
            </a:r>
            <a:endParaRPr/>
          </a:p>
        </p:txBody>
      </p:sp>
      <p:sp>
        <p:nvSpPr>
          <p:cNvPr id="1053068911" name="Content Placeholder 3"/>
          <p:cNvSpPr>
            <a:spLocks noGrp="1"/>
          </p:cNvSpPr>
          <p:nvPr>
            <p:ph sz="half" idx="2"/>
          </p:nvPr>
        </p:nvSpPr>
        <p:spPr bwMode="auto"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sz="2600"/>
              <a:t>O </a:t>
            </a:r>
            <a:r>
              <a:rPr lang="pt-BR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smartphone atual é milhões de vezes mais potente que o Apollo 11</a:t>
            </a:r>
            <a:r>
              <a:rPr sz="2600"/>
              <a:t>.</a:t>
            </a:r>
            <a:endParaRPr sz="2600"/>
          </a:p>
          <a:p>
            <a:pPr>
              <a:defRPr/>
            </a:pPr>
            <a:r>
              <a:rPr lang="pt-BR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 computador da Apollo levou o homem à Lua e seu smartphone te acorda as 6 da manhã.</a:t>
            </a:r>
            <a:endParaRPr/>
          </a:p>
        </p:txBody>
      </p:sp>
      <p:sp>
        <p:nvSpPr>
          <p:cNvPr id="16470949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b="1"/>
              <a:t>Curiosidades</a:t>
            </a:r>
            <a:endParaRPr b="1"/>
          </a:p>
        </p:txBody>
      </p:sp>
      <p:pic>
        <p:nvPicPr>
          <p:cNvPr id="33218007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14608" y="3556148"/>
            <a:ext cx="2003533" cy="2435861"/>
          </a:xfrm>
          <a:prstGeom prst="rect">
            <a:avLst/>
          </a:prstGeom>
        </p:spPr>
      </p:pic>
      <p:pic>
        <p:nvPicPr>
          <p:cNvPr id="25234998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609369" y="3556148"/>
            <a:ext cx="2003532" cy="2435861"/>
          </a:xfrm>
          <a:prstGeom prst="rect">
            <a:avLst/>
          </a:prstGeom>
        </p:spPr>
      </p:pic>
      <p:pic>
        <p:nvPicPr>
          <p:cNvPr id="1116514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808997" y="3556148"/>
            <a:ext cx="2003532" cy="2435861"/>
          </a:xfrm>
          <a:prstGeom prst="rect">
            <a:avLst/>
          </a:prstGeom>
        </p:spPr>
      </p:pic>
      <p:pic>
        <p:nvPicPr>
          <p:cNvPr id="175169346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585794" y="3556148"/>
            <a:ext cx="2003532" cy="2435861"/>
          </a:xfrm>
          <a:prstGeom prst="rect">
            <a:avLst/>
          </a:prstGeom>
        </p:spPr>
      </p:pic>
      <p:pic>
        <p:nvPicPr>
          <p:cNvPr id="132512111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11559" y="3556148"/>
            <a:ext cx="2003533" cy="2435861"/>
          </a:xfrm>
          <a:prstGeom prst="rect">
            <a:avLst/>
          </a:prstGeom>
        </p:spPr>
      </p:pic>
      <p:pic>
        <p:nvPicPr>
          <p:cNvPr id="203183681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559580" y="3556148"/>
            <a:ext cx="2003532" cy="2435861"/>
          </a:xfrm>
          <a:prstGeom prst="rect">
            <a:avLst/>
          </a:prstGeom>
        </p:spPr>
      </p:pic>
      <p:pic>
        <p:nvPicPr>
          <p:cNvPr id="9222430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407599" y="3556148"/>
            <a:ext cx="2003532" cy="2435861"/>
          </a:xfrm>
          <a:prstGeom prst="rect">
            <a:avLst/>
          </a:prstGeom>
        </p:spPr>
      </p:pic>
      <p:pic>
        <p:nvPicPr>
          <p:cNvPr id="62841813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255618" y="3556148"/>
            <a:ext cx="2003532" cy="2435861"/>
          </a:xfrm>
          <a:prstGeom prst="rect">
            <a:avLst/>
          </a:prstGeom>
        </p:spPr>
      </p:pic>
      <p:pic>
        <p:nvPicPr>
          <p:cNvPr id="44475722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103638" y="3556148"/>
            <a:ext cx="2003532" cy="2435861"/>
          </a:xfrm>
          <a:prstGeom prst="rect">
            <a:avLst/>
          </a:prstGeom>
        </p:spPr>
      </p:pic>
      <p:pic>
        <p:nvPicPr>
          <p:cNvPr id="199640667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422477" y="4750199"/>
            <a:ext cx="2681043" cy="13620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 advClick="1">
        <p14:prism dir="l" isContent="1" isInverted="1"/>
      </p:transition>
    </mc:Choice>
    <mc:Fallback>
      <p:transition spd="slow" advClick="1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84618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Obrigada!</a:t>
            </a:r>
            <a:endParaRPr/>
          </a:p>
        </p:txBody>
      </p:sp>
      <p:pic>
        <p:nvPicPr>
          <p:cNvPr id="18804897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1">
            <a:off x="7128021" y="1673107"/>
            <a:ext cx="3429000" cy="3429000"/>
          </a:xfrm>
          <a:prstGeom prst="rect">
            <a:avLst/>
          </a:prstGeom>
        </p:spPr>
      </p:pic>
      <p:pic>
        <p:nvPicPr>
          <p:cNvPr id="206130661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043897" y="3387607"/>
            <a:ext cx="1857381" cy="1831532"/>
          </a:xfrm>
          <a:prstGeom prst="rect">
            <a:avLst/>
          </a:prstGeom>
        </p:spPr>
      </p:pic>
      <p:pic>
        <p:nvPicPr>
          <p:cNvPr id="122794272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517291" flipH="0" flipV="0">
            <a:off x="8504691" y="482330"/>
            <a:ext cx="3399255" cy="4250970"/>
          </a:xfrm>
          <a:prstGeom prst="rect">
            <a:avLst/>
          </a:prstGeom>
        </p:spPr>
      </p:pic>
      <p:pic>
        <p:nvPicPr>
          <p:cNvPr id="1058236970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8362481" y="2256407"/>
            <a:ext cx="2966621" cy="2966621"/>
          </a:xfrm>
          <a:prstGeom prst="rect">
            <a:avLst/>
          </a:prstGeom>
        </p:spPr>
      </p:pic>
      <p:pic>
        <p:nvPicPr>
          <p:cNvPr id="1279577106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1" flipV="0">
            <a:off x="952216" y="1719063"/>
            <a:ext cx="2566987" cy="2205037"/>
          </a:xfrm>
          <a:prstGeom prst="rect">
            <a:avLst/>
          </a:prstGeom>
        </p:spPr>
      </p:pic>
      <p:pic>
        <p:nvPicPr>
          <p:cNvPr id="1651402409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1904716" y="2718786"/>
            <a:ext cx="3079384" cy="2500354"/>
          </a:xfrm>
          <a:prstGeom prst="rect">
            <a:avLst/>
          </a:prstGeom>
        </p:spPr>
      </p:pic>
      <p:pic>
        <p:nvPicPr>
          <p:cNvPr id="1067511273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688788" y="3233436"/>
            <a:ext cx="2302389" cy="19857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3500" advClick="1">
        <p14:ripple dir="center"/>
      </p:transition>
    </mc:Choice>
    <mc:Fallback>
      <p:transition spd="slow" advClick="1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1341266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D966"/>
              </a:gs>
            </a:gsLst>
            <a:lin ang="0" scaled="1"/>
          </a:gra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/>
          <a:lstStyle/>
          <a:p>
            <a:pPr>
              <a:defRPr/>
            </a:pPr>
            <a:r>
              <a:rPr b="1"/>
              <a:t>Referências</a:t>
            </a:r>
            <a:endParaRPr b="1"/>
          </a:p>
        </p:txBody>
      </p:sp>
      <p:sp>
        <p:nvSpPr>
          <p:cNvPr id="1553375321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50196"/>
              </a:schemeClr>
            </a:solidFill>
            <a:prstDash val="solid"/>
          </a:ln>
          <a:effectLst>
            <a:outerShdw blurRad="50800" dist="101600" dir="8100000" sx="100000" sy="100000" algn="tr" rotWithShape="0">
              <a:schemeClr val="accent3">
                <a:lumMod val="50000"/>
                <a:alpha val="40000"/>
              </a:schemeClr>
            </a:outerShdw>
          </a:effectLst>
        </p:spPr>
        <p:txBody>
          <a:bodyPr vertOverflow="overflow" horzOverflow="overflow" vert="horz" wrap="square" lIns="274317" tIns="274317" rIns="274317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pt-B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computerhistory.org — </a:t>
            </a:r>
            <a:r>
              <a:rPr lang="pt-BR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Computer History Museum</a:t>
            </a:r>
            <a:r>
              <a:rPr lang="pt-B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(gerações, ENIAC, marcos históricos)</a:t>
            </a:r>
            <a:endParaRPr lang="pt-BR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pt-B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ibm.com/history — </a:t>
            </a:r>
            <a:r>
              <a:rPr lang="pt-BR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IBM Heritage</a:t>
            </a:r>
            <a:r>
              <a:rPr lang="pt-B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(transistores, circuitos integrados, PC)</a:t>
            </a:r>
            <a:endParaRPr lang="pt-BR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pt-B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en.wikipedia.org/wiki/ENIAC — </a:t>
            </a:r>
            <a:r>
              <a:rPr lang="pt-BR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ENIAC</a:t>
            </a:r>
            <a:r>
              <a:rPr lang="pt-BR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specs, peso, válvulas</a:t>
            </a:r>
            <a:endParaRPr lang="pt-BR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pt-B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en.wikipedia.org/wiki/Apollo_Guidance_Computer — </a:t>
            </a:r>
            <a:r>
              <a:rPr lang="pt-BR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Apollo 11 computer specs</a:t>
            </a:r>
            <a:endParaRPr sz="1600" b="1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pt-B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kingston.com/en/blog/personal-storage/ssd-vs-hdd-differences — </a:t>
            </a:r>
            <a:r>
              <a:rPr lang="pt-BR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SSD vs HDD</a:t>
            </a:r>
            <a:endParaRPr lang="pt-BR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pt-B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en.wikipedia.org/wiki/Fifth_Generation_Computer_Systems — </a:t>
            </a:r>
            <a:r>
              <a:rPr lang="pt-BR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5ª geração / FGCS</a:t>
            </a:r>
            <a:endParaRPr lang="pt-BR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pt-B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ourworldindata.org/grapher/historical-cost-of-computer-memory-and-storage — </a:t>
            </a:r>
            <a:r>
              <a:rPr lang="pt-BR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Evolução do preço de armazenamento</a:t>
            </a:r>
            <a:endParaRPr sz="1600" b="1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pt-B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neuralink.com — </a:t>
            </a:r>
            <a:r>
              <a:rPr lang="pt-BR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BCI technology</a:t>
            </a:r>
            <a:endParaRPr lang="pt-BR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pt-B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ibm.com/quantum — </a:t>
            </a:r>
            <a:r>
              <a:rPr lang="pt-BR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Computação quântica</a:t>
            </a:r>
            <a:endParaRPr lang="pt-BR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pt-B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aws.amazon.com/what-is-cloud-computing — </a:t>
            </a:r>
            <a:r>
              <a:rPr lang="pt-BR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Cloud computing</a:t>
            </a:r>
            <a:endParaRPr lang="pt-BR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pt-B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seagate.com — </a:t>
            </a:r>
            <a:r>
              <a:rPr lang="pt-BR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Tecnologia HDD</a:t>
            </a:r>
            <a:endParaRPr lang="pt-BR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pt-BR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nist.gov — </a:t>
            </a:r>
            <a:r>
              <a:rPr lang="pt-BR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NIST Definition of Cloud Computing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500" advClick="1">
        <p14:ferris dir="l"/>
      </p:transition>
    </mc:Choice>
    <mc:Fallback>
      <p:transition spd="slow" advClick="1">
        <p:fade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Retro Game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 Theme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2026-05-28T19:40:02Z</dcterms:modified>
</cp:coreProperties>
</file>